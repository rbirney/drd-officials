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26"/>
  </p:notesMasterIdLst>
  <p:sldIdLst>
    <p:sldId id="399" r:id="rId3"/>
    <p:sldId id="278" r:id="rId4"/>
    <p:sldId id="279" r:id="rId5"/>
    <p:sldId id="280" r:id="rId6"/>
    <p:sldId id="258" r:id="rId7"/>
    <p:sldId id="281" r:id="rId8"/>
    <p:sldId id="262" r:id="rId9"/>
    <p:sldId id="283" r:id="rId10"/>
    <p:sldId id="284" r:id="rId11"/>
    <p:sldId id="285" r:id="rId12"/>
    <p:sldId id="286" r:id="rId13"/>
    <p:sldId id="287" r:id="rId14"/>
    <p:sldId id="288" r:id="rId15"/>
    <p:sldId id="289" r:id="rId16"/>
    <p:sldId id="294" r:id="rId17"/>
    <p:sldId id="290" r:id="rId18"/>
    <p:sldId id="291" r:id="rId19"/>
    <p:sldId id="292" r:id="rId20"/>
    <p:sldId id="293" r:id="rId21"/>
    <p:sldId id="303" r:id="rId22"/>
    <p:sldId id="295" r:id="rId23"/>
    <p:sldId id="263" r:id="rId24"/>
    <p:sldId id="301" r:id="rId25"/>
  </p:sldIdLst>
  <p:sldSz cx="17340263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 Light"/>
      </a:defRPr>
    </a:lvl9pPr>
  </p:defaultTextStyle>
  <p:extLst>
    <p:ext uri="{EFAFB233-063F-42B5-8137-9DF3F51BA10A}">
      <p15:sldGuideLst xmlns:p15="http://schemas.microsoft.com/office/powerpoint/2012/main">
        <p15:guide id="1" orient="horz" pos="3072" userDrawn="1">
          <p15:clr>
            <a:srgbClr val="A4A3A4"/>
          </p15:clr>
        </p15:guide>
        <p15:guide id="2" pos="546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B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C4C6C6"/>
              </a:solidFill>
              <a:prstDash val="solid"/>
              <a:miter lim="400000"/>
            </a:ln>
          </a:top>
          <a:bottom>
            <a:ln w="25400" cap="flat">
              <a:solidFill>
                <a:srgbClr val="C4C6C6"/>
              </a:solidFill>
              <a:prstDash val="solid"/>
              <a:miter lim="400000"/>
            </a:ln>
          </a:bottom>
          <a:insideH>
            <a:ln w="25400" cap="flat">
              <a:solidFill>
                <a:srgbClr val="C4C6C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2F2F2"/>
          </a:solidFill>
        </a:fill>
      </a:tcStyle>
    </a:band2H>
    <a:firstCo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C4C6C6"/>
              </a:solidFill>
              <a:prstDash val="solid"/>
              <a:miter lim="400000"/>
            </a:ln>
          </a:right>
          <a:top>
            <a:ln w="25400" cap="flat">
              <a:solidFill>
                <a:srgbClr val="C4C6C6"/>
              </a:solidFill>
              <a:prstDash val="solid"/>
              <a:miter lim="400000"/>
            </a:ln>
          </a:top>
          <a:bottom>
            <a:ln w="25400" cap="flat">
              <a:solidFill>
                <a:srgbClr val="C4C6C6"/>
              </a:solidFill>
              <a:prstDash val="solid"/>
              <a:miter lim="400000"/>
            </a:ln>
          </a:bottom>
          <a:insideH>
            <a:ln w="25400" cap="flat">
              <a:solidFill>
                <a:srgbClr val="C4C6C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8E9E8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satOff val="12166"/>
              <a:lumOff val="-13042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CBCBCB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FF8FA"/>
          </a:solidFill>
        </a:fill>
      </a:tcStyle>
    </a:band2H>
    <a:firstCo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4F728F"/>
              </a:solidFill>
              <a:prstDash val="solid"/>
              <a:miter lim="400000"/>
            </a:ln>
          </a:top>
          <a:bottom>
            <a:ln w="12700" cap="flat">
              <a:solidFill>
                <a:srgbClr val="4F728F"/>
              </a:solidFill>
              <a:prstDash val="solid"/>
              <a:miter lim="400000"/>
            </a:ln>
          </a:bottom>
          <a:insideH>
            <a:ln w="12700" cap="flat">
              <a:solidFill>
                <a:srgbClr val="4F728F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D4DADF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747474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38EB0"/>
          </a:solidFill>
        </a:fill>
      </a:tcStyle>
    </a:lastRow>
    <a:fir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747474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173D59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CBCBCB"/>
              </a:solidFill>
              <a:prstDash val="solid"/>
              <a:miter lim="400000"/>
            </a:ln>
          </a:left>
          <a:right>
            <a:ln w="12700" cap="flat">
              <a:solidFill>
                <a:srgbClr val="CBCBCB"/>
              </a:solidFill>
              <a:prstDash val="solid"/>
              <a:miter lim="400000"/>
            </a:ln>
          </a:right>
          <a:top>
            <a:ln w="12700" cap="flat">
              <a:solidFill>
                <a:srgbClr val="CBCBCB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solidFill>
                <a:srgbClr val="CBCBCB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2F2F2"/>
          </a:solidFill>
        </a:fill>
      </a:tcStyle>
    </a:band2H>
    <a:firstCo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3C3C1D"/>
              </a:solidFill>
              <a:prstDash val="solid"/>
              <a:miter lim="400000"/>
            </a:ln>
          </a:left>
          <a:right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right>
          <a:top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bottom>
          <a:insideH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insideH>
          <a:insideV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insideV>
        </a:tcBdr>
        <a:fill>
          <a:solidFill>
            <a:srgbClr val="CFCDBB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C6C6C6"/>
              </a:solidFill>
              <a:prstDash val="solid"/>
              <a:miter lim="400000"/>
            </a:ln>
          </a:left>
          <a:right>
            <a:ln w="12700" cap="flat">
              <a:solidFill>
                <a:srgbClr val="C6C6C6"/>
              </a:solidFill>
              <a:prstDash val="solid"/>
              <a:miter lim="400000"/>
            </a:ln>
          </a:right>
          <a:top>
            <a:ln w="12700" cap="flat">
              <a:solidFill>
                <a:srgbClr val="656839"/>
              </a:solidFill>
              <a:prstDash val="solid"/>
              <a:miter lim="400000"/>
            </a:ln>
          </a:top>
          <a:bottom>
            <a:ln w="12700" cap="flat">
              <a:solidFill>
                <a:srgbClr val="3C3C1D"/>
              </a:solidFill>
              <a:prstDash val="solid"/>
              <a:miter lim="400000"/>
            </a:ln>
          </a:bottom>
          <a:insideH>
            <a:ln w="12700" cap="flat">
              <a:solidFill>
                <a:srgbClr val="C6C6C6"/>
              </a:solidFill>
              <a:prstDash val="solid"/>
              <a:miter lim="400000"/>
            </a:ln>
          </a:insideH>
          <a:insideV>
            <a:ln w="12700" cap="flat">
              <a:solidFill>
                <a:srgbClr val="C6C6C6"/>
              </a:solidFill>
              <a:prstDash val="solid"/>
              <a:miter lim="400000"/>
            </a:ln>
          </a:insideV>
        </a:tcBdr>
        <a:fill>
          <a:solidFill>
            <a:srgbClr val="E8E9E8"/>
          </a:solidFill>
        </a:fill>
      </a:tcStyle>
    </a:lastRow>
    <a:fir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left>
          <a:right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right>
          <a:top>
            <a:ln w="12700" cap="flat">
              <a:solidFill>
                <a:srgbClr val="3C3C1D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AAA485"/>
              </a:solidFill>
              <a:prstDash val="solid"/>
              <a:miter lim="400000"/>
            </a:ln>
          </a:insideH>
          <a:insideV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insideV>
        </a:tcBdr>
        <a:fill>
          <a:solidFill>
            <a:srgbClr val="656839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C4C6C6"/>
              </a:solidFill>
              <a:prstDash val="solid"/>
              <a:miter lim="400000"/>
            </a:ln>
          </a:top>
          <a:bottom>
            <a:ln w="25400" cap="flat">
              <a:solidFill>
                <a:srgbClr val="C4C6C6"/>
              </a:solidFill>
              <a:prstDash val="solid"/>
              <a:miter lim="400000"/>
            </a:ln>
          </a:bottom>
          <a:insideH>
            <a:ln w="25400" cap="flat">
              <a:solidFill>
                <a:srgbClr val="C4C6C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1F1F1"/>
          </a:solidFill>
        </a:fill>
      </a:tcStyle>
    </a:wholeTbl>
    <a:band2H>
      <a:tcTxStyle/>
      <a:tcStyle>
        <a:tcBdr/>
        <a:fill>
          <a:solidFill>
            <a:srgbClr val="E4E4E0"/>
          </a:solidFill>
        </a:fill>
      </a:tcStyle>
    </a:band2H>
    <a:firstCo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515151"/>
              </a:solidFill>
              <a:prstDash val="solid"/>
              <a:miter lim="400000"/>
            </a:ln>
          </a:left>
          <a:right>
            <a:ln w="0" cap="flat">
              <a:noFill/>
              <a:miter lim="400000"/>
            </a:ln>
          </a:right>
          <a:top>
            <a:ln w="12700" cap="flat">
              <a:solidFill>
                <a:srgbClr val="7D7766"/>
              </a:solidFill>
              <a:prstDash val="solid"/>
              <a:miter lim="400000"/>
            </a:ln>
          </a:top>
          <a:bottom>
            <a:ln w="12700" cap="flat">
              <a:solidFill>
                <a:srgbClr val="7D7766"/>
              </a:solidFill>
              <a:prstDash val="solid"/>
              <a:miter lim="400000"/>
            </a:ln>
          </a:bottom>
          <a:insideH>
            <a:ln w="12700" cap="flat">
              <a:solidFill>
                <a:srgbClr val="7D776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F8B7E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747474"/>
              </a:solidFill>
              <a:prstDash val="solid"/>
              <a:miter lim="400000"/>
            </a:ln>
          </a:top>
          <a:bottom>
            <a:ln w="12700" cap="flat">
              <a:solidFill>
                <a:srgbClr val="515151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1F1F1"/>
          </a:solidFill>
        </a:fill>
      </a:tcStyle>
    </a:lastRow>
    <a:fir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515151"/>
              </a:solidFill>
              <a:prstDash val="solid"/>
              <a:miter lim="400000"/>
            </a:ln>
          </a:top>
          <a:bottom>
            <a:ln w="254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5E5A4C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747474"/>
              </a:solidFill>
              <a:prstDash val="solid"/>
              <a:miter lim="400000"/>
            </a:ln>
          </a:left>
          <a:right>
            <a:ln w="12700" cap="flat">
              <a:solidFill>
                <a:srgbClr val="747474"/>
              </a:solidFill>
              <a:prstDash val="solid"/>
              <a:miter lim="400000"/>
            </a:ln>
          </a:right>
          <a:top>
            <a:ln w="12700" cap="flat">
              <a:solidFill>
                <a:srgbClr val="747474"/>
              </a:solidFill>
              <a:prstDash val="solid"/>
              <a:miter lim="400000"/>
            </a:ln>
          </a:top>
          <a:bottom>
            <a:ln w="12700" cap="flat">
              <a:solidFill>
                <a:srgbClr val="747474"/>
              </a:solidFill>
              <a:prstDash val="solid"/>
              <a:miter lim="400000"/>
            </a:ln>
          </a:bottom>
          <a:insideH>
            <a:ln w="12700" cap="flat">
              <a:solidFill>
                <a:srgbClr val="747474"/>
              </a:solidFill>
              <a:prstDash val="solid"/>
              <a:miter lim="400000"/>
            </a:ln>
          </a:insideH>
          <a:insideV>
            <a:ln w="12700" cap="flat">
              <a:solidFill>
                <a:srgbClr val="747474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2F2F2"/>
          </a:solidFill>
        </a:fill>
      </a:tcStyle>
    </a:band2H>
    <a:firstCo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747474"/>
              </a:solidFill>
              <a:prstDash val="solid"/>
              <a:miter lim="400000"/>
            </a:ln>
          </a:left>
          <a:right>
            <a:ln w="12700" cap="flat">
              <a:solidFill>
                <a:srgbClr val="747474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9E9E9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747474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CBCBCB"/>
          </a:solidFill>
        </a:fill>
      </a:tcStyle>
    </a:lastRow>
    <a:firstRow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747474"/>
              </a:solidFill>
              <a:prstDash val="solid"/>
              <a:miter lim="400000"/>
            </a:ln>
          </a:top>
          <a:bottom>
            <a:ln w="12700" cap="flat">
              <a:solidFill>
                <a:srgbClr val="747474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CBCBCB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777777"/>
      </a:tcTxStyle>
      <a:tcStyle>
        <a:tcBdr>
          <a:left>
            <a:ln w="12700" cap="flat">
              <a:solidFill>
                <a:srgbClr val="C9C9C9"/>
              </a:solidFill>
              <a:prstDash val="solid"/>
              <a:miter lim="400000"/>
            </a:ln>
          </a:left>
          <a:right>
            <a:ln w="12700" cap="flat">
              <a:solidFill>
                <a:srgbClr val="C9C9C9"/>
              </a:solidFill>
              <a:prstDash val="solid"/>
              <a:miter lim="400000"/>
            </a:ln>
          </a:right>
          <a:top>
            <a:ln w="12700" cap="flat">
              <a:solidFill>
                <a:srgbClr val="525252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25252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25252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C9C9C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2D2D2">
              <a:alpha val="30000"/>
            </a:srgb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555555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C9C9C9"/>
              </a:solidFill>
              <a:prstDash val="solid"/>
              <a:miter lim="400000"/>
            </a:ln>
          </a:top>
          <a:bottom>
            <a:ln w="12700" cap="flat">
              <a:solidFill>
                <a:srgbClr val="C9C9C9"/>
              </a:solidFill>
              <a:prstDash val="solid"/>
              <a:miter lim="400000"/>
            </a:ln>
          </a:bottom>
          <a:insideH>
            <a:ln w="12700" cap="flat">
              <a:solidFill>
                <a:srgbClr val="C9C9C9"/>
              </a:solidFill>
              <a:prstDash val="solid"/>
              <a:miter lim="400000"/>
            </a:ln>
          </a:insideH>
          <a:insideV>
            <a:ln w="12700" cap="flat">
              <a:solidFill>
                <a:srgbClr val="C9C9C9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555555"/>
      </a:tcTxStyle>
      <a:tcStyle>
        <a:tcBdr>
          <a:left>
            <a:ln w="12700" cap="flat">
              <a:solidFill>
                <a:srgbClr val="C9C9C9"/>
              </a:solidFill>
              <a:prstDash val="solid"/>
              <a:miter lim="400000"/>
            </a:ln>
          </a:left>
          <a:right>
            <a:ln w="12700" cap="flat">
              <a:solidFill>
                <a:srgbClr val="C9C9C9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C9C9C9"/>
              </a:solidFill>
              <a:prstDash val="solid"/>
              <a:miter lim="400000"/>
            </a:ln>
          </a:insideH>
          <a:insideV>
            <a:ln w="12700" cap="flat">
              <a:solidFill>
                <a:srgbClr val="C9C9C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555555"/>
      </a:tcTxStyle>
      <a:tcStyle>
        <a:tcBdr>
          <a:left>
            <a:ln w="12700" cap="flat">
              <a:solidFill>
                <a:srgbClr val="C9C9C9"/>
              </a:solidFill>
              <a:prstDash val="solid"/>
              <a:miter lim="400000"/>
            </a:ln>
          </a:left>
          <a:right>
            <a:ln w="12700" cap="flat">
              <a:solidFill>
                <a:srgbClr val="C9C9C9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C9C9C9"/>
              </a:solidFill>
              <a:prstDash val="solid"/>
              <a:miter lim="400000"/>
            </a:ln>
          </a:insideH>
          <a:insideV>
            <a:ln w="12700" cap="flat">
              <a:solidFill>
                <a:srgbClr val="C9C9C9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792" y="60"/>
      </p:cViewPr>
      <p:guideLst>
        <p:guide orient="horz" pos="3072"/>
        <p:guide pos="546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351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5" name="Shape 13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2178007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6130" y="4344140"/>
            <a:ext cx="5485742" cy="411332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/>
          <p:nvPr/>
        </p:nvSpPr>
        <p:spPr>
          <a:xfrm>
            <a:off x="10058708" y="7975600"/>
            <a:ext cx="1" cy="1422529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200"/>
          </a:p>
        </p:txBody>
      </p:sp>
      <p:sp>
        <p:nvSpPr>
          <p:cNvPr id="23" name="Shape 23"/>
          <p:cNvSpPr>
            <a:spLocks noGrp="1"/>
          </p:cNvSpPr>
          <p:nvPr>
            <p:ph type="pic" idx="13"/>
          </p:nvPr>
        </p:nvSpPr>
        <p:spPr>
          <a:xfrm>
            <a:off x="0" y="0"/>
            <a:ext cx="17340263" cy="7594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4" name="Shape 24"/>
          <p:cNvSpPr>
            <a:spLocks noGrp="1"/>
          </p:cNvSpPr>
          <p:nvPr>
            <p:ph type="title"/>
          </p:nvPr>
        </p:nvSpPr>
        <p:spPr>
          <a:xfrm>
            <a:off x="1879657" y="7785100"/>
            <a:ext cx="7721836" cy="1701800"/>
          </a:xfrm>
          <a:prstGeom prst="rect">
            <a:avLst/>
          </a:prstGeom>
        </p:spPr>
        <p:txBody>
          <a:bodyPr anchor="ctr"/>
          <a:lstStyle>
            <a:lvl1pPr algn="r"/>
          </a:lstStyle>
          <a:p>
            <a:r>
              <a:t>Title Text</a:t>
            </a:r>
          </a:p>
        </p:txBody>
      </p:sp>
      <p:sp>
        <p:nvSpPr>
          <p:cNvPr id="25" name="Shape 25"/>
          <p:cNvSpPr>
            <a:spLocks noGrp="1"/>
          </p:cNvSpPr>
          <p:nvPr>
            <p:ph type="body" sz="quarter" idx="1"/>
          </p:nvPr>
        </p:nvSpPr>
        <p:spPr>
          <a:xfrm>
            <a:off x="10465120" y="8470900"/>
            <a:ext cx="6604202" cy="508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FontTx/>
              <a:buNone/>
              <a:defRPr sz="2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indent="228600">
              <a:spcBef>
                <a:spcPts val="0"/>
              </a:spcBef>
              <a:buSzTx/>
              <a:buFontTx/>
              <a:buNone/>
              <a:defRPr sz="2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indent="457200">
              <a:spcBef>
                <a:spcPts val="0"/>
              </a:spcBef>
              <a:buSzTx/>
              <a:buFontTx/>
              <a:buNone/>
              <a:defRPr sz="2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indent="685800">
              <a:spcBef>
                <a:spcPts val="0"/>
              </a:spcBef>
              <a:buSzTx/>
              <a:buFontTx/>
              <a:buNone/>
              <a:defRPr sz="2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indent="914400">
              <a:spcBef>
                <a:spcPts val="0"/>
              </a:spcBef>
              <a:buSzTx/>
              <a:buFontTx/>
              <a:buNone/>
              <a:defRPr sz="2600"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6" name="Shape 2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>
            <a:spLocks noGrp="1"/>
          </p:cNvSpPr>
          <p:nvPr>
            <p:ph type="title"/>
          </p:nvPr>
        </p:nvSpPr>
        <p:spPr>
          <a:xfrm>
            <a:off x="762024" y="3289300"/>
            <a:ext cx="15816216" cy="3175000"/>
          </a:xfrm>
          <a:prstGeom prst="rect">
            <a:avLst/>
          </a:prstGeom>
        </p:spPr>
        <p:txBody>
          <a:bodyPr anchor="ctr"/>
          <a:lstStyle/>
          <a:p>
            <a:r>
              <a:t>Title Text</a:t>
            </a:r>
          </a:p>
        </p:txBody>
      </p:sp>
      <p:sp>
        <p:nvSpPr>
          <p:cNvPr id="34" name="Shape 3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/>
          <p:nvPr/>
        </p:nvSpPr>
        <p:spPr>
          <a:xfrm>
            <a:off x="762023" y="4864100"/>
            <a:ext cx="7112852" cy="58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200"/>
          </a:p>
        </p:txBody>
      </p:sp>
      <p:sp>
        <p:nvSpPr>
          <p:cNvPr id="42" name="Shape 42"/>
          <p:cNvSpPr>
            <a:spLocks noGrp="1"/>
          </p:cNvSpPr>
          <p:nvPr>
            <p:ph type="pic" idx="13"/>
          </p:nvPr>
        </p:nvSpPr>
        <p:spPr>
          <a:xfrm>
            <a:off x="8670131" y="0"/>
            <a:ext cx="8670132" cy="9753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43" name="Shape 43"/>
          <p:cNvSpPr>
            <a:spLocks noGrp="1"/>
          </p:cNvSpPr>
          <p:nvPr>
            <p:ph type="title"/>
          </p:nvPr>
        </p:nvSpPr>
        <p:spPr>
          <a:xfrm>
            <a:off x="762023" y="1435100"/>
            <a:ext cx="7112217" cy="3175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4" name="Shape 44"/>
          <p:cNvSpPr>
            <a:spLocks noGrp="1"/>
          </p:cNvSpPr>
          <p:nvPr>
            <p:ph type="body" sz="quarter" idx="1"/>
          </p:nvPr>
        </p:nvSpPr>
        <p:spPr>
          <a:xfrm>
            <a:off x="762023" y="5130800"/>
            <a:ext cx="7112217" cy="3175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FontTx/>
              <a:buNone/>
              <a:defRPr sz="2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indent="228600">
              <a:spcBef>
                <a:spcPts val="0"/>
              </a:spcBef>
              <a:buSzTx/>
              <a:buFontTx/>
              <a:buNone/>
              <a:defRPr sz="2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indent="457200">
              <a:spcBef>
                <a:spcPts val="0"/>
              </a:spcBef>
              <a:buSzTx/>
              <a:buFontTx/>
              <a:buNone/>
              <a:defRPr sz="2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indent="685800">
              <a:spcBef>
                <a:spcPts val="0"/>
              </a:spcBef>
              <a:buSzTx/>
              <a:buFontTx/>
              <a:buNone/>
              <a:defRPr sz="2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indent="914400">
              <a:spcBef>
                <a:spcPts val="0"/>
              </a:spcBef>
              <a:buSzTx/>
              <a:buFontTx/>
              <a:buNone/>
              <a:defRPr sz="2600"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5" name="Shape 4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3" name="Shape 5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1" name="Shape 6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2" name="Shape 62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/>
          <p:nvPr/>
        </p:nvSpPr>
        <p:spPr>
          <a:xfrm>
            <a:off x="762023" y="1968501"/>
            <a:ext cx="6764732" cy="133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200"/>
          </a:p>
        </p:txBody>
      </p:sp>
      <p:sp>
        <p:nvSpPr>
          <p:cNvPr id="70" name="Shape 70"/>
          <p:cNvSpPr>
            <a:spLocks noGrp="1"/>
          </p:cNvSpPr>
          <p:nvPr>
            <p:ph type="pic" idx="13"/>
          </p:nvPr>
        </p:nvSpPr>
        <p:spPr>
          <a:xfrm>
            <a:off x="8670131" y="0"/>
            <a:ext cx="8670132" cy="9753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71" name="Shape 71"/>
          <p:cNvSpPr>
            <a:spLocks noGrp="1"/>
          </p:cNvSpPr>
          <p:nvPr>
            <p:ph type="title"/>
          </p:nvPr>
        </p:nvSpPr>
        <p:spPr>
          <a:xfrm>
            <a:off x="762023" y="330200"/>
            <a:ext cx="6773540" cy="1397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72" name="Shape 72"/>
          <p:cNvSpPr>
            <a:spLocks noGrp="1"/>
          </p:cNvSpPr>
          <p:nvPr>
            <p:ph type="body" sz="half" idx="1"/>
          </p:nvPr>
        </p:nvSpPr>
        <p:spPr>
          <a:xfrm>
            <a:off x="762023" y="2222500"/>
            <a:ext cx="6773540" cy="6667500"/>
          </a:xfrm>
          <a:prstGeom prst="rect">
            <a:avLst/>
          </a:prstGeom>
        </p:spPr>
        <p:txBody>
          <a:bodyPr/>
          <a:lstStyle>
            <a:lvl1pPr marL="330200" indent="-330200">
              <a:spcBef>
                <a:spcPts val="3000"/>
              </a:spcBef>
              <a:defRPr sz="2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660400" indent="-330200">
              <a:spcBef>
                <a:spcPts val="3000"/>
              </a:spcBef>
              <a:defRPr sz="2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990600" indent="-330200">
              <a:spcBef>
                <a:spcPts val="3000"/>
              </a:spcBef>
              <a:defRPr sz="2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320800" indent="-330200">
              <a:spcBef>
                <a:spcPts val="3000"/>
              </a:spcBef>
              <a:defRPr sz="2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1651000" indent="-330200">
              <a:spcBef>
                <a:spcPts val="3000"/>
              </a:spcBef>
              <a:defRPr sz="2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3" name="Shape 73"/>
          <p:cNvSpPr>
            <a:spLocks noGrp="1"/>
          </p:cNvSpPr>
          <p:nvPr>
            <p:ph type="sldNum" sz="quarter" idx="2"/>
          </p:nvPr>
        </p:nvSpPr>
        <p:spPr>
          <a:xfrm>
            <a:off x="681012" y="9194800"/>
            <a:ext cx="320601" cy="318036"/>
          </a:xfrm>
          <a:prstGeom prst="rect">
            <a:avLst/>
          </a:prstGeom>
        </p:spPr>
        <p:txBody>
          <a:bodyPr/>
          <a:lstStyle>
            <a:lvl1pPr algn="l"/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80"/>
          <p:cNvSpPr>
            <a:spLocks noGrp="1"/>
          </p:cNvSpPr>
          <p:nvPr>
            <p:ph type="body" idx="1"/>
          </p:nvPr>
        </p:nvSpPr>
        <p:spPr>
          <a:xfrm>
            <a:off x="1185370" y="889000"/>
            <a:ext cx="14952590" cy="7962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1" name="Shape 8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/>
          <p:nvPr/>
        </p:nvSpPr>
        <p:spPr>
          <a:xfrm flipH="1">
            <a:off x="12073833" y="508001"/>
            <a:ext cx="171" cy="7975631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200"/>
          </a:p>
        </p:txBody>
      </p:sp>
      <p:sp>
        <p:nvSpPr>
          <p:cNvPr id="89" name="Shape 89"/>
          <p:cNvSpPr/>
          <p:nvPr/>
        </p:nvSpPr>
        <p:spPr>
          <a:xfrm>
            <a:off x="12073831" y="4464051"/>
            <a:ext cx="4598144" cy="59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200"/>
          </a:p>
        </p:txBody>
      </p:sp>
      <p:sp>
        <p:nvSpPr>
          <p:cNvPr id="90" name="Shape 90"/>
          <p:cNvSpPr>
            <a:spLocks noGrp="1"/>
          </p:cNvSpPr>
          <p:nvPr>
            <p:ph type="pic" sz="quarter" idx="13"/>
          </p:nvPr>
        </p:nvSpPr>
        <p:spPr>
          <a:xfrm>
            <a:off x="12293976" y="4622800"/>
            <a:ext cx="4368933" cy="386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91" name="Shape 91"/>
          <p:cNvSpPr>
            <a:spLocks noGrp="1"/>
          </p:cNvSpPr>
          <p:nvPr>
            <p:ph type="pic" sz="quarter" idx="14"/>
          </p:nvPr>
        </p:nvSpPr>
        <p:spPr>
          <a:xfrm>
            <a:off x="12293976" y="508000"/>
            <a:ext cx="4368933" cy="37973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pic" idx="15"/>
          </p:nvPr>
        </p:nvSpPr>
        <p:spPr>
          <a:xfrm>
            <a:off x="694288" y="508000"/>
            <a:ext cx="11159408" cy="7975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93" name="Shape 93"/>
          <p:cNvSpPr>
            <a:spLocks noGrp="1"/>
          </p:cNvSpPr>
          <p:nvPr>
            <p:ph type="body" sz="quarter" idx="1"/>
          </p:nvPr>
        </p:nvSpPr>
        <p:spPr>
          <a:xfrm>
            <a:off x="694288" y="8661400"/>
            <a:ext cx="11159408" cy="939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FontTx/>
              <a:buNone/>
              <a:defRPr sz="2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indent="228600">
              <a:spcBef>
                <a:spcPts val="0"/>
              </a:spcBef>
              <a:buSzTx/>
              <a:buFontTx/>
              <a:buNone/>
              <a:defRPr sz="2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indent="457200">
              <a:spcBef>
                <a:spcPts val="0"/>
              </a:spcBef>
              <a:buSzTx/>
              <a:buFontTx/>
              <a:buNone/>
              <a:defRPr sz="2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indent="685800">
              <a:spcBef>
                <a:spcPts val="0"/>
              </a:spcBef>
              <a:buSzTx/>
              <a:buFontTx/>
              <a:buNone/>
              <a:defRPr sz="2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indent="914400">
              <a:spcBef>
                <a:spcPts val="0"/>
              </a:spcBef>
              <a:buSzTx/>
              <a:buFontTx/>
              <a:buNone/>
              <a:defRPr sz="2600"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Shape 9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>
            <a:spLocks noGrp="1"/>
          </p:cNvSpPr>
          <p:nvPr>
            <p:ph type="body" sz="quarter" idx="13"/>
          </p:nvPr>
        </p:nvSpPr>
        <p:spPr>
          <a:xfrm>
            <a:off x="1693385" y="6362700"/>
            <a:ext cx="13953493" cy="498422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 defTabSz="457200">
              <a:spcBef>
                <a:spcPts val="0"/>
              </a:spcBef>
              <a:buSzTx/>
              <a:buFontTx/>
              <a:buNone/>
              <a:defRPr sz="26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–Johnny Appleseed</a:t>
            </a:r>
          </a:p>
        </p:txBody>
      </p:sp>
      <p:sp>
        <p:nvSpPr>
          <p:cNvPr id="102" name="Shape 102"/>
          <p:cNvSpPr>
            <a:spLocks noGrp="1"/>
          </p:cNvSpPr>
          <p:nvPr>
            <p:ph type="body" sz="quarter" idx="14"/>
          </p:nvPr>
        </p:nvSpPr>
        <p:spPr>
          <a:xfrm>
            <a:off x="1693385" y="4292600"/>
            <a:ext cx="13953493" cy="711200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 defTabSz="457200">
              <a:spcBef>
                <a:spcPts val="2400"/>
              </a:spcBef>
              <a:buSzTx/>
              <a:buFontTx/>
              <a:buNone/>
              <a:defRPr sz="4000"/>
            </a:lvl1pPr>
          </a:lstStyle>
          <a:p>
            <a:r>
              <a:t>“Type a quote here.”</a:t>
            </a:r>
          </a:p>
        </p:txBody>
      </p:sp>
      <p:sp>
        <p:nvSpPr>
          <p:cNvPr id="103" name="Shape 10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>
            <a:spLocks noGrp="1"/>
          </p:cNvSpPr>
          <p:nvPr>
            <p:ph type="pic" idx="13"/>
          </p:nvPr>
        </p:nvSpPr>
        <p:spPr>
          <a:xfrm>
            <a:off x="0" y="0"/>
            <a:ext cx="17340263" cy="9753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11" name="Shape 11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11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A0A9A-5A32-4593-81BF-7A4D533C68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67533" y="1596249"/>
            <a:ext cx="13005197" cy="3395698"/>
          </a:xfrm>
        </p:spPr>
        <p:txBody>
          <a:bodyPr anchor="b"/>
          <a:lstStyle>
            <a:lvl1pPr algn="ctr">
              <a:defRPr sz="8533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D6F9C5-FD27-496E-8906-99D033ECC7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67533" y="5122898"/>
            <a:ext cx="13005197" cy="2354862"/>
          </a:xfrm>
        </p:spPr>
        <p:txBody>
          <a:bodyPr/>
          <a:lstStyle>
            <a:lvl1pPr marL="0" indent="0" algn="ctr">
              <a:buNone/>
              <a:defRPr sz="3413"/>
            </a:lvl1pPr>
            <a:lvl2pPr marL="650230" indent="0" algn="ctr">
              <a:buNone/>
              <a:defRPr sz="2844"/>
            </a:lvl2pPr>
            <a:lvl3pPr marL="1300460" indent="0" algn="ctr">
              <a:buNone/>
              <a:defRPr sz="2560"/>
            </a:lvl3pPr>
            <a:lvl4pPr marL="1950690" indent="0" algn="ctr">
              <a:buNone/>
              <a:defRPr sz="2276"/>
            </a:lvl4pPr>
            <a:lvl5pPr marL="2600919" indent="0" algn="ctr">
              <a:buNone/>
              <a:defRPr sz="2276"/>
            </a:lvl5pPr>
            <a:lvl6pPr marL="3251149" indent="0" algn="ctr">
              <a:buNone/>
              <a:defRPr sz="2276"/>
            </a:lvl6pPr>
            <a:lvl7pPr marL="3901379" indent="0" algn="ctr">
              <a:buNone/>
              <a:defRPr sz="2276"/>
            </a:lvl7pPr>
            <a:lvl8pPr marL="4551609" indent="0" algn="ctr">
              <a:buNone/>
              <a:defRPr sz="2276"/>
            </a:lvl8pPr>
            <a:lvl9pPr marL="5201839" indent="0" algn="ctr">
              <a:buNone/>
              <a:defRPr sz="2276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70E7B9-9427-49F7-94B8-73402D058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F34D4-32C0-4415-B8BB-5C4234FBB260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2A779-2191-4F03-9A52-EDD42BA66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A21F7-1D82-452D-8F4F-664044064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1376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1641A-97F0-42B6-ACCC-6405AF1FA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DC22D-E4D1-46FB-BE82-21D3347D5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A53530-F369-4E3E-A34D-F1F76F225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CDF4C1E-2C77-4154-ADD8-310B6460F8A9}" type="datetimeFigureOut">
              <a:rPr lang="en-US" smtClean="0"/>
              <a:pPr>
                <a:defRPr/>
              </a:pPr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CD6DD-2839-4E32-9CF3-7A01DCF07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E34A2-73A4-447B-B360-C67DAA58E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535430-8769-424E-9E74-CCA21C0C7F8F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0161678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AD0ED-88C8-4CF4-B088-CA2E2F14B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112" y="2431628"/>
            <a:ext cx="14955977" cy="4057226"/>
          </a:xfrm>
        </p:spPr>
        <p:txBody>
          <a:bodyPr anchor="b"/>
          <a:lstStyle>
            <a:lvl1pPr>
              <a:defRPr sz="8533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6042B5-E91F-4EAF-80DE-AA39FA2D0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83112" y="6527237"/>
            <a:ext cx="14955977" cy="2133599"/>
          </a:xfrm>
        </p:spPr>
        <p:txBody>
          <a:bodyPr/>
          <a:lstStyle>
            <a:lvl1pPr marL="0" indent="0">
              <a:buNone/>
              <a:defRPr sz="3413">
                <a:solidFill>
                  <a:schemeClr val="tx1">
                    <a:tint val="75000"/>
                  </a:schemeClr>
                </a:solidFill>
              </a:defRPr>
            </a:lvl1pPr>
            <a:lvl2pPr marL="65023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2pPr>
            <a:lvl3pPr marL="130046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3pPr>
            <a:lvl4pPr marL="1950690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4pPr>
            <a:lvl5pPr marL="2600919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5pPr>
            <a:lvl6pPr marL="3251149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6pPr>
            <a:lvl7pPr marL="3901379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7pPr>
            <a:lvl8pPr marL="4551609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8pPr>
            <a:lvl9pPr marL="5201839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99024-EA75-4689-8956-9268582E0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F34D4-32C0-4415-B8BB-5C4234FBB260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36AE88-6A54-4018-B3FA-F95711691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B2179F-AFE7-44BD-8412-406E6BD2C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02897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49F5C-F1A7-4F26-9AD3-639EAA937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4D0D8-81ED-47AA-A00D-75343AF077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92143" y="2596444"/>
            <a:ext cx="7369612" cy="61885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CE7F04-184F-4769-95D3-5E99562BE9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778508" y="2596444"/>
            <a:ext cx="7369612" cy="61885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8809E9-DBA0-450A-9F49-B0645A8CA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F34D4-32C0-4415-B8BB-5C4234FBB260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58E6DE-BAD5-4E87-9B35-4B5CC2F5F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BC516A-E742-4728-B950-BF5CD0CA5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69119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700E1-B67E-42E6-B19A-677AD1D17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4402" y="519290"/>
            <a:ext cx="14955977" cy="188524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BE299C-7F58-4AA5-91E5-B8C640F344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4403" y="2390987"/>
            <a:ext cx="7335743" cy="1171786"/>
          </a:xfrm>
        </p:spPr>
        <p:txBody>
          <a:bodyPr anchor="b"/>
          <a:lstStyle>
            <a:lvl1pPr marL="0" indent="0">
              <a:buNone/>
              <a:defRPr sz="3413" b="1"/>
            </a:lvl1pPr>
            <a:lvl2pPr marL="650230" indent="0">
              <a:buNone/>
              <a:defRPr sz="2844" b="1"/>
            </a:lvl2pPr>
            <a:lvl3pPr marL="1300460" indent="0">
              <a:buNone/>
              <a:defRPr sz="2560" b="1"/>
            </a:lvl3pPr>
            <a:lvl4pPr marL="1950690" indent="0">
              <a:buNone/>
              <a:defRPr sz="2276" b="1"/>
            </a:lvl4pPr>
            <a:lvl5pPr marL="2600919" indent="0">
              <a:buNone/>
              <a:defRPr sz="2276" b="1"/>
            </a:lvl5pPr>
            <a:lvl6pPr marL="3251149" indent="0">
              <a:buNone/>
              <a:defRPr sz="2276" b="1"/>
            </a:lvl6pPr>
            <a:lvl7pPr marL="3901379" indent="0">
              <a:buNone/>
              <a:defRPr sz="2276" b="1"/>
            </a:lvl7pPr>
            <a:lvl8pPr marL="4551609" indent="0">
              <a:buNone/>
              <a:defRPr sz="2276" b="1"/>
            </a:lvl8pPr>
            <a:lvl9pPr marL="5201839" indent="0">
              <a:buNone/>
              <a:defRPr sz="227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CA4A4E-35BE-487F-87F7-334E038B18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94403" y="3562773"/>
            <a:ext cx="7335743" cy="5240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DB2BFE-F854-41AF-B915-17811678B1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778508" y="2390987"/>
            <a:ext cx="7371870" cy="1171786"/>
          </a:xfrm>
        </p:spPr>
        <p:txBody>
          <a:bodyPr anchor="b"/>
          <a:lstStyle>
            <a:lvl1pPr marL="0" indent="0">
              <a:buNone/>
              <a:defRPr sz="3413" b="1"/>
            </a:lvl1pPr>
            <a:lvl2pPr marL="650230" indent="0">
              <a:buNone/>
              <a:defRPr sz="2844" b="1"/>
            </a:lvl2pPr>
            <a:lvl3pPr marL="1300460" indent="0">
              <a:buNone/>
              <a:defRPr sz="2560" b="1"/>
            </a:lvl3pPr>
            <a:lvl4pPr marL="1950690" indent="0">
              <a:buNone/>
              <a:defRPr sz="2276" b="1"/>
            </a:lvl4pPr>
            <a:lvl5pPr marL="2600919" indent="0">
              <a:buNone/>
              <a:defRPr sz="2276" b="1"/>
            </a:lvl5pPr>
            <a:lvl6pPr marL="3251149" indent="0">
              <a:buNone/>
              <a:defRPr sz="2276" b="1"/>
            </a:lvl6pPr>
            <a:lvl7pPr marL="3901379" indent="0">
              <a:buNone/>
              <a:defRPr sz="2276" b="1"/>
            </a:lvl7pPr>
            <a:lvl8pPr marL="4551609" indent="0">
              <a:buNone/>
              <a:defRPr sz="2276" b="1"/>
            </a:lvl8pPr>
            <a:lvl9pPr marL="5201839" indent="0">
              <a:buNone/>
              <a:defRPr sz="227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8FE39F-C863-4122-952A-FF8D610589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778508" y="3562773"/>
            <a:ext cx="7371870" cy="5240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DB1546-84C1-4A1F-8A10-FE88F29C8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F34D4-32C0-4415-B8BB-5C4234FBB260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12BF4F-F994-4D3D-9B0D-36EB6E846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000D7E-1F66-4284-95EB-B575028C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10443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8AFA3-B026-434E-9C43-8F5DE54ED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6F7204-275D-4CE2-85BE-07F4367B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F34D4-32C0-4415-B8BB-5C4234FBB260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A1DDF3-BB15-460C-B274-C002A0221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587B5F-DCFF-453A-8E20-EC2931F41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08278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A35630-C51A-4742-BC91-78CBC8623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F34D4-32C0-4415-B8BB-5C4234FBB260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6CC7D6-6325-4247-B5EF-48C0E29D3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8C1E70-502B-488E-A867-419DBCD3B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61004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B17E9-64CE-435A-910C-800328333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4402" y="650240"/>
            <a:ext cx="5592686" cy="2275840"/>
          </a:xfrm>
        </p:spPr>
        <p:txBody>
          <a:bodyPr anchor="b"/>
          <a:lstStyle>
            <a:lvl1pPr>
              <a:defRPr sz="455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9F047-267F-4F2C-BED6-2F75BFCD2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1870" y="1404338"/>
            <a:ext cx="8778508" cy="6931378"/>
          </a:xfrm>
        </p:spPr>
        <p:txBody>
          <a:bodyPr/>
          <a:lstStyle>
            <a:lvl1pPr>
              <a:defRPr sz="4551"/>
            </a:lvl1pPr>
            <a:lvl2pPr>
              <a:defRPr sz="3982"/>
            </a:lvl2pPr>
            <a:lvl3pPr>
              <a:defRPr sz="3413"/>
            </a:lvl3pPr>
            <a:lvl4pPr>
              <a:defRPr sz="2844"/>
            </a:lvl4pPr>
            <a:lvl5pPr>
              <a:defRPr sz="2844"/>
            </a:lvl5pPr>
            <a:lvl6pPr>
              <a:defRPr sz="2844"/>
            </a:lvl6pPr>
            <a:lvl7pPr>
              <a:defRPr sz="2844"/>
            </a:lvl7pPr>
            <a:lvl8pPr>
              <a:defRPr sz="2844"/>
            </a:lvl8pPr>
            <a:lvl9pPr>
              <a:defRPr sz="284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6516E6-49C6-49D1-95CA-C6EFCEED64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4402" y="2926080"/>
            <a:ext cx="5592686" cy="5420925"/>
          </a:xfrm>
        </p:spPr>
        <p:txBody>
          <a:bodyPr/>
          <a:lstStyle>
            <a:lvl1pPr marL="0" indent="0">
              <a:buNone/>
              <a:defRPr sz="2276"/>
            </a:lvl1pPr>
            <a:lvl2pPr marL="650230" indent="0">
              <a:buNone/>
              <a:defRPr sz="1991"/>
            </a:lvl2pPr>
            <a:lvl3pPr marL="1300460" indent="0">
              <a:buNone/>
              <a:defRPr sz="1707"/>
            </a:lvl3pPr>
            <a:lvl4pPr marL="1950690" indent="0">
              <a:buNone/>
              <a:defRPr sz="1422"/>
            </a:lvl4pPr>
            <a:lvl5pPr marL="2600919" indent="0">
              <a:buNone/>
              <a:defRPr sz="1422"/>
            </a:lvl5pPr>
            <a:lvl6pPr marL="3251149" indent="0">
              <a:buNone/>
              <a:defRPr sz="1422"/>
            </a:lvl6pPr>
            <a:lvl7pPr marL="3901379" indent="0">
              <a:buNone/>
              <a:defRPr sz="1422"/>
            </a:lvl7pPr>
            <a:lvl8pPr marL="4551609" indent="0">
              <a:buNone/>
              <a:defRPr sz="1422"/>
            </a:lvl8pPr>
            <a:lvl9pPr marL="5201839" indent="0">
              <a:buNone/>
              <a:defRPr sz="142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6084ED-187C-4958-B8AC-8AD405B12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F34D4-32C0-4415-B8BB-5C4234FBB260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37323D-19EF-4E3F-BC4C-55D733013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AB75B2-6DCE-48E9-BB49-8BCBF5008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51852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18752-0F07-4D73-A575-491D80F4E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4402" y="650240"/>
            <a:ext cx="5592686" cy="2275840"/>
          </a:xfrm>
        </p:spPr>
        <p:txBody>
          <a:bodyPr anchor="b"/>
          <a:lstStyle>
            <a:lvl1pPr>
              <a:defRPr sz="455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FC18B2-08E8-4538-B9BC-E68E695855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371870" y="1404338"/>
            <a:ext cx="8778508" cy="6931378"/>
          </a:xfrm>
        </p:spPr>
        <p:txBody>
          <a:bodyPr/>
          <a:lstStyle>
            <a:lvl1pPr marL="0" indent="0">
              <a:buNone/>
              <a:defRPr sz="4551"/>
            </a:lvl1pPr>
            <a:lvl2pPr marL="650230" indent="0">
              <a:buNone/>
              <a:defRPr sz="3982"/>
            </a:lvl2pPr>
            <a:lvl3pPr marL="1300460" indent="0">
              <a:buNone/>
              <a:defRPr sz="3413"/>
            </a:lvl3pPr>
            <a:lvl4pPr marL="1950690" indent="0">
              <a:buNone/>
              <a:defRPr sz="2844"/>
            </a:lvl4pPr>
            <a:lvl5pPr marL="2600919" indent="0">
              <a:buNone/>
              <a:defRPr sz="2844"/>
            </a:lvl5pPr>
            <a:lvl6pPr marL="3251149" indent="0">
              <a:buNone/>
              <a:defRPr sz="2844"/>
            </a:lvl6pPr>
            <a:lvl7pPr marL="3901379" indent="0">
              <a:buNone/>
              <a:defRPr sz="2844"/>
            </a:lvl7pPr>
            <a:lvl8pPr marL="4551609" indent="0">
              <a:buNone/>
              <a:defRPr sz="2844"/>
            </a:lvl8pPr>
            <a:lvl9pPr marL="5201839" indent="0">
              <a:buNone/>
              <a:defRPr sz="2844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8BEB96-90B3-4F48-B654-836376968A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4402" y="2926080"/>
            <a:ext cx="5592686" cy="5420925"/>
          </a:xfrm>
        </p:spPr>
        <p:txBody>
          <a:bodyPr/>
          <a:lstStyle>
            <a:lvl1pPr marL="0" indent="0">
              <a:buNone/>
              <a:defRPr sz="2276"/>
            </a:lvl1pPr>
            <a:lvl2pPr marL="650230" indent="0">
              <a:buNone/>
              <a:defRPr sz="1991"/>
            </a:lvl2pPr>
            <a:lvl3pPr marL="1300460" indent="0">
              <a:buNone/>
              <a:defRPr sz="1707"/>
            </a:lvl3pPr>
            <a:lvl4pPr marL="1950690" indent="0">
              <a:buNone/>
              <a:defRPr sz="1422"/>
            </a:lvl4pPr>
            <a:lvl5pPr marL="2600919" indent="0">
              <a:buNone/>
              <a:defRPr sz="1422"/>
            </a:lvl5pPr>
            <a:lvl6pPr marL="3251149" indent="0">
              <a:buNone/>
              <a:defRPr sz="1422"/>
            </a:lvl6pPr>
            <a:lvl7pPr marL="3901379" indent="0">
              <a:buNone/>
              <a:defRPr sz="1422"/>
            </a:lvl7pPr>
            <a:lvl8pPr marL="4551609" indent="0">
              <a:buNone/>
              <a:defRPr sz="1422"/>
            </a:lvl8pPr>
            <a:lvl9pPr marL="5201839" indent="0">
              <a:buNone/>
              <a:defRPr sz="142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32EAF7-F641-4BA2-B8E5-E9CA494AA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F34D4-32C0-4415-B8BB-5C4234FBB260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7ED160-FCF3-49A7-90D1-E57BEEF88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614060-35CA-44EA-A4EA-256EE7C23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1815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5C79D-573E-43CA-AF45-75224033E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69DFD4-0658-4D54-A63C-43585DCCD0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932EF1-0AEE-4C69-BB0F-A1ACC8C35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F34D4-32C0-4415-B8BB-5C4234FBB260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D114A-8503-47E6-B1BB-BB12E9F35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A5D1E0-BAE3-4157-8DF6-8018023AE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19026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D2F404-59AD-4432-91A6-DC800CD51B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2409126" y="519289"/>
            <a:ext cx="3738994" cy="82657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0C78BB-D0E3-4EBF-B755-9592237994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92143" y="519289"/>
            <a:ext cx="11000229" cy="82657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5CFD3F-5C8C-443C-AC5B-30F49139D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F34D4-32C0-4415-B8BB-5C4234FBB260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FE8B29-0AAA-47B9-A833-2C66412F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52BF19-EED0-4D4E-8EC9-AD0CC6B6E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4490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62023" y="1968501"/>
            <a:ext cx="15824625" cy="129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1200"/>
          </a:p>
        </p:txBody>
      </p:sp>
      <p:sp>
        <p:nvSpPr>
          <p:cNvPr id="3" name="Shape 3"/>
          <p:cNvSpPr>
            <a:spLocks noGrp="1"/>
          </p:cNvSpPr>
          <p:nvPr>
            <p:ph type="title"/>
          </p:nvPr>
        </p:nvSpPr>
        <p:spPr>
          <a:xfrm>
            <a:off x="762024" y="330200"/>
            <a:ext cx="15816216" cy="139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b">
            <a:normAutofit/>
          </a:bodyPr>
          <a:lstStyle/>
          <a:p>
            <a:r>
              <a:rPr dirty="0"/>
              <a:t>Title Text</a:t>
            </a:r>
          </a:p>
        </p:txBody>
      </p:sp>
      <p:sp>
        <p:nvSpPr>
          <p:cNvPr id="4" name="Shape 4"/>
          <p:cNvSpPr>
            <a:spLocks noGrp="1"/>
          </p:cNvSpPr>
          <p:nvPr>
            <p:ph type="body" idx="1"/>
          </p:nvPr>
        </p:nvSpPr>
        <p:spPr>
          <a:xfrm>
            <a:off x="762024" y="2222500"/>
            <a:ext cx="15816216" cy="666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hape 5"/>
          <p:cNvSpPr>
            <a:spLocks noGrp="1"/>
          </p:cNvSpPr>
          <p:nvPr>
            <p:ph type="sldNum" sz="quarter" idx="2"/>
          </p:nvPr>
        </p:nvSpPr>
        <p:spPr>
          <a:xfrm>
            <a:off x="16453531" y="9194800"/>
            <a:ext cx="320601" cy="318036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r">
              <a:defRPr sz="14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ransition spd="med"/>
  <p:txStyles>
    <p:titleStyle>
      <a:lvl1pPr marL="0" marR="0" indent="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9pPr>
    </p:titleStyle>
    <p:bodyStyle>
      <a:lvl1pPr marL="457200" marR="0" indent="-4572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 typeface="Helvetica Neue"/>
        <a:buChar char="•"/>
        <a:tabLst/>
        <a:defRPr sz="36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1pPr>
      <a:lvl2pPr marL="914400" marR="0" indent="-4572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 typeface="Helvetica Neue"/>
        <a:buChar char="•"/>
        <a:tabLst/>
        <a:defRPr sz="36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2pPr>
      <a:lvl3pPr marL="1371600" marR="0" indent="-4572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 typeface="Helvetica Neue"/>
        <a:buChar char="•"/>
        <a:tabLst/>
        <a:defRPr sz="36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3pPr>
      <a:lvl4pPr marL="1828800" marR="0" indent="-4572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 typeface="Helvetica Neue"/>
        <a:buChar char="•"/>
        <a:tabLst/>
        <a:defRPr sz="36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4pPr>
      <a:lvl5pPr marL="2286000" marR="0" indent="-4572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 typeface="Helvetica Neue"/>
        <a:buChar char="•"/>
        <a:tabLst/>
        <a:defRPr sz="36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5pPr>
      <a:lvl6pPr marL="2743200" marR="0" indent="-4572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 typeface="Helvetica Neue"/>
        <a:buChar char="•"/>
        <a:tabLst/>
        <a:defRPr sz="36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6pPr>
      <a:lvl7pPr marL="3200400" marR="0" indent="-4572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 typeface="Helvetica Neue"/>
        <a:buChar char="•"/>
        <a:tabLst/>
        <a:defRPr sz="36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7pPr>
      <a:lvl8pPr marL="3657600" marR="0" indent="-4572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 typeface="Helvetica Neue"/>
        <a:buChar char="•"/>
        <a:tabLst/>
        <a:defRPr sz="36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8pPr>
      <a:lvl9pPr marL="4114800" marR="0" indent="-4572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 typeface="Helvetica Neue"/>
        <a:buChar char="•"/>
        <a:tabLst/>
        <a:defRPr sz="36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9pPr>
    </p:bodyStyle>
    <p:otherStyle>
      <a:lvl1pPr marL="0" marR="0" indent="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2286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4572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6858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9144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11430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13716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16002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18288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09F2D6-E623-45C5-A10A-750A90B10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143" y="519290"/>
            <a:ext cx="14955977" cy="1885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208778-3C62-4556-9450-9D0B7B31C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2143" y="2596444"/>
            <a:ext cx="14955977" cy="61885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03158-A4C6-49F0-9BB4-24BDA774EB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92143" y="9040143"/>
            <a:ext cx="3901559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BF34D4-32C0-4415-B8BB-5C4234FBB260}" type="datetimeFigureOut">
              <a:rPr lang="en-GB" smtClean="0"/>
              <a:t>14/01/2026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7F357-997D-4F66-B8EB-6001506F54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43962" y="9040143"/>
            <a:ext cx="5852339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36E989-C092-43BB-AB7C-4804D431CC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246561" y="9040143"/>
            <a:ext cx="3901559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1502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1300460" rtl="0" eaLnBrk="1" latinLnBrk="0" hangingPunct="1">
        <a:lnSpc>
          <a:spcPct val="90000"/>
        </a:lnSpc>
        <a:spcBef>
          <a:spcPct val="0"/>
        </a:spcBef>
        <a:buNone/>
        <a:defRPr sz="62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5115" indent="-325115" algn="l" defTabSz="1300460" rtl="0" eaLnBrk="1" latinLnBrk="0" hangingPunct="1">
        <a:lnSpc>
          <a:spcPct val="90000"/>
        </a:lnSpc>
        <a:spcBef>
          <a:spcPts val="1422"/>
        </a:spcBef>
        <a:buFont typeface="Arial" panose="020B0604020202020204" pitchFamily="34" charset="0"/>
        <a:buChar char="•"/>
        <a:defRPr sz="3982" kern="1200">
          <a:solidFill>
            <a:schemeClr val="tx1"/>
          </a:solidFill>
          <a:latin typeface="+mn-lt"/>
          <a:ea typeface="+mn-ea"/>
          <a:cs typeface="+mn-cs"/>
        </a:defRPr>
      </a:lvl1pPr>
      <a:lvl2pPr marL="975345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3413" kern="1200">
          <a:solidFill>
            <a:schemeClr val="tx1"/>
          </a:solidFill>
          <a:latin typeface="+mn-lt"/>
          <a:ea typeface="+mn-ea"/>
          <a:cs typeface="+mn-cs"/>
        </a:defRPr>
      </a:lvl2pPr>
      <a:lvl3pPr marL="1625575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844" kern="1200">
          <a:solidFill>
            <a:schemeClr val="tx1"/>
          </a:solidFill>
          <a:latin typeface="+mn-lt"/>
          <a:ea typeface="+mn-ea"/>
          <a:cs typeface="+mn-cs"/>
        </a:defRPr>
      </a:lvl3pPr>
      <a:lvl4pPr marL="227580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92603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57626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422649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87672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52695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1pPr>
      <a:lvl2pPr marL="65023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30046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3pPr>
      <a:lvl4pPr marL="195069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60091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25114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390137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55160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20183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167533" y="1596249"/>
            <a:ext cx="13005197" cy="3395698"/>
          </a:xfrm>
        </p:spPr>
        <p:txBody>
          <a:bodyPr>
            <a:normAutofit/>
          </a:bodyPr>
          <a:lstStyle/>
          <a:p>
            <a:r>
              <a:rPr lang="en-US" sz="8800" dirty="0"/>
              <a:t>Entities, Entity Types, and Attributes</a:t>
            </a:r>
            <a:endParaRPr lang="en-IE" noProof="0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65A2176A-F514-4DFD-5EDD-11963ABB92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E" noProof="0" dirty="0"/>
          </a:p>
        </p:txBody>
      </p:sp>
      <p:sp>
        <p:nvSpPr>
          <p:cNvPr id="2" name="Lightning Bolt 1" descr="-">
            <a:extLst>
              <a:ext uri="{FF2B5EF4-FFF2-40B4-BE49-F238E27FC236}">
                <a16:creationId xmlns:a16="http://schemas.microsoft.com/office/drawing/2014/main" id="{8357F06C-ACB9-73CB-6DC5-0054E103720E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Helvetica Neue Light"/>
            </a:endParaRPr>
          </a:p>
        </p:txBody>
      </p:sp>
      <p:sp>
        <p:nvSpPr>
          <p:cNvPr id="3" name="Lightning Bolt 2" descr="-">
            <a:extLst>
              <a:ext uri="{FF2B5EF4-FFF2-40B4-BE49-F238E27FC236}">
                <a16:creationId xmlns:a16="http://schemas.microsoft.com/office/drawing/2014/main" id="{7DF4CA5B-E2D5-467C-D6B8-A1EE3EBA3872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Helvetica Neue Light"/>
            </a:endParaRPr>
          </a:p>
        </p:txBody>
      </p:sp>
    </p:spTree>
    <p:extLst>
      <p:ext uri="{BB962C8B-B14F-4D97-AF65-F5344CB8AC3E}">
        <p14:creationId xmlns:p14="http://schemas.microsoft.com/office/powerpoint/2010/main" val="4155272010"/>
      </p:ext>
    </p:extLst>
  </p:cSld>
  <p:clrMapOvr>
    <a:masterClrMapping/>
  </p:clrMapOvr>
  <p:transition spd="slow">
    <p:wipe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List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rgbClr val="00B050"/>
                </a:solidFill>
              </a:rPr>
              <a:t>Concepts of the ER Model</a:t>
            </a:r>
            <a:endParaRPr lang="en-US" dirty="0">
              <a:solidFill>
                <a:srgbClr val="00B050"/>
              </a:solidFill>
            </a:endParaRPr>
          </a:p>
          <a:p>
            <a:r>
              <a:rPr lang="en-GB" altLang="en-US" dirty="0">
                <a:solidFill>
                  <a:schemeClr val="bg1">
                    <a:lumMod val="50000"/>
                  </a:schemeClr>
                </a:solidFill>
              </a:rPr>
              <a:t>Entities and Entity types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Attributes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Types of Attributes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Keys</a:t>
            </a:r>
          </a:p>
        </p:txBody>
      </p:sp>
      <p:sp>
        <p:nvSpPr>
          <p:cNvPr id="5" name="Rectangle 4"/>
          <p:cNvSpPr/>
          <p:nvPr/>
        </p:nvSpPr>
        <p:spPr>
          <a:xfrm>
            <a:off x="2650331" y="2262505"/>
            <a:ext cx="7239000" cy="6565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6388578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Concepts of the ER Model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dirty="0">
                <a:solidFill>
                  <a:schemeClr val="bg1">
                    <a:lumMod val="50000"/>
                  </a:schemeClr>
                </a:solidFill>
              </a:rPr>
              <a:t>Entities and Entity types</a:t>
            </a:r>
          </a:p>
          <a:p>
            <a:r>
              <a:rPr lang="en-GB" altLang="en-US" dirty="0">
                <a:solidFill>
                  <a:schemeClr val="bg1">
                    <a:lumMod val="50000"/>
                  </a:schemeClr>
                </a:solidFill>
              </a:rPr>
              <a:t>Attributes</a:t>
            </a:r>
          </a:p>
          <a:p>
            <a:r>
              <a:rPr lang="en-GB" altLang="en-US" dirty="0">
                <a:solidFill>
                  <a:schemeClr val="bg1">
                    <a:lumMod val="50000"/>
                  </a:schemeClr>
                </a:solidFill>
              </a:rPr>
              <a:t>Relationships and Relationship types </a:t>
            </a:r>
          </a:p>
        </p:txBody>
      </p:sp>
    </p:spTree>
    <p:extLst>
      <p:ext uri="{BB962C8B-B14F-4D97-AF65-F5344CB8AC3E}">
        <p14:creationId xmlns:p14="http://schemas.microsoft.com/office/powerpoint/2010/main" val="311168832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List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Concepts of the ER Model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rgbClr val="00B050"/>
                </a:solidFill>
              </a:rPr>
              <a:t>Entities and Entity types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Attributes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Types of Attributes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Keys</a:t>
            </a:r>
          </a:p>
        </p:txBody>
      </p:sp>
    </p:spTree>
    <p:extLst>
      <p:ext uri="{BB962C8B-B14F-4D97-AF65-F5344CB8AC3E}">
        <p14:creationId xmlns:p14="http://schemas.microsoft.com/office/powerpoint/2010/main" val="390684645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14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Entities and Entity types</a:t>
            </a:r>
          </a:p>
        </p:txBody>
      </p:sp>
      <p:sp>
        <p:nvSpPr>
          <p:cNvPr id="146" name="Shape 146"/>
          <p:cNvSpPr>
            <a:spLocks noGrp="1"/>
          </p:cNvSpPr>
          <p:nvPr>
            <p:ph type="body" sz="half" idx="1"/>
          </p:nvPr>
        </p:nvSpPr>
        <p:spPr>
          <a:xfrm>
            <a:off x="762024" y="2222501"/>
            <a:ext cx="15816216" cy="6382395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bg1">
                    <a:lumMod val="50000"/>
                  </a:schemeClr>
                </a:solidFill>
              </a:rPr>
              <a:t>Entities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are instances of people, places, things, or events that are of interest to us. For example, a customer who has placed an order. 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An </a:t>
            </a:r>
            <a:r>
              <a:rPr lang="en-GB" b="1" dirty="0">
                <a:solidFill>
                  <a:schemeClr val="bg1">
                    <a:lumMod val="50000"/>
                  </a:schemeClr>
                </a:solidFill>
              </a:rPr>
              <a:t>Entity type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defines a collection or set of entities that have the same properties (attributes). For example, </a:t>
            </a: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Customer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entity type.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Entity types are named after the entities that belong to the set of interest. It is a common convention that the names of Entity types are singular and that, at least, the first letter is capitalised.</a:t>
            </a:r>
          </a:p>
        </p:txBody>
      </p:sp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Entities and Entity types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24" y="2228850"/>
            <a:ext cx="15816216" cy="6667500"/>
          </a:xfrm>
        </p:spPr>
        <p:txBody>
          <a:bodyPr/>
          <a:lstStyle/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Examples,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lvl="1">
              <a:spcBef>
                <a:spcPts val="600"/>
              </a:spcBef>
            </a:pP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An entity type named </a:t>
            </a: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Student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defines a collection of student entities.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lvl="1">
              <a:spcBef>
                <a:spcPts val="600"/>
              </a:spcBef>
            </a:pP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An entity type named </a:t>
            </a: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Invoice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defines a collection of invoice entities.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lvl="1">
              <a:spcBef>
                <a:spcPts val="600"/>
              </a:spcBef>
            </a:pP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An entity type named </a:t>
            </a: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Product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defines a collection of product entities.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We represent an entity type by drawing a rectangular shaped box with the name of the entity type at the top (with a line underneath).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9799499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165"/>
          <p:cNvSpPr>
            <a:spLocks noGrp="1"/>
          </p:cNvSpPr>
          <p:nvPr>
            <p:ph type="title"/>
          </p:nvPr>
        </p:nvSpPr>
        <p:spPr>
          <a:xfrm>
            <a:off x="762024" y="381000"/>
            <a:ext cx="15816216" cy="1397000"/>
          </a:xfrm>
        </p:spPr>
        <p:txBody>
          <a:bodyPr anchor="ctr">
            <a:normAutofit fontScale="90000"/>
          </a:bodyPr>
          <a:lstStyle/>
          <a:p>
            <a:br>
              <a:rPr lang="en-US" dirty="0"/>
            </a:br>
            <a:r>
              <a:rPr lang="en-US" sz="4900" dirty="0"/>
              <a:t>Entities and Entity types</a:t>
            </a:r>
            <a:endParaRPr sz="4900" dirty="0"/>
          </a:p>
        </p:txBody>
      </p:sp>
      <p:sp>
        <p:nvSpPr>
          <p:cNvPr id="166" name="Shape 166"/>
          <p:cNvSpPr>
            <a:spLocks noGrp="1"/>
          </p:cNvSpPr>
          <p:nvPr>
            <p:ph type="body" sz="half" idx="4294967295"/>
          </p:nvPr>
        </p:nvSpPr>
        <p:spPr>
          <a:xfrm>
            <a:off x="762024" y="2222500"/>
            <a:ext cx="7812858" cy="6667500"/>
          </a:xfr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anchor="t">
            <a:normAutofit/>
          </a:bodyPr>
          <a:lstStyle/>
          <a:p>
            <a:pPr marL="0" indent="0" hangingPunct="0">
              <a:spcBef>
                <a:spcPts val="0"/>
              </a:spcBef>
              <a:spcAft>
                <a:spcPts val="600"/>
              </a:spcAft>
              <a:buSzTx/>
              <a:buNone/>
              <a:defRPr sz="3348"/>
            </a:pPr>
            <a:endParaRPr kumimoji="0" lang="en-US" sz="3348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  <a:p>
            <a:pPr hangingPunct="0">
              <a:spcBef>
                <a:spcPts val="0"/>
              </a:spcBef>
              <a:spcAft>
                <a:spcPts val="600"/>
              </a:spcAft>
              <a:buSzTx/>
              <a:defRPr sz="3348"/>
            </a:pPr>
            <a:r>
              <a:rPr kumimoji="0" lang="en-US" sz="3348" b="0" i="0" u="none" strike="noStrike" cap="none" spc="0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FillTx/>
              </a:rPr>
              <a:t>Some entity types are physical while others are conceptual.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813D9A-DDCC-521A-79DE-9A2D86E47F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4131" y="2514600"/>
            <a:ext cx="5617986" cy="4953000"/>
          </a:xfrm>
          <a:prstGeom prst="rect">
            <a:avLst/>
          </a:prstGeom>
          <a:ln w="38100">
            <a:solidFill>
              <a:srgbClr val="0070C0"/>
            </a:solidFill>
          </a:ln>
        </p:spPr>
      </p:pic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Entities and Entity types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What Should an Entity Type Be?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Should be: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lvl="1">
              <a:spcBef>
                <a:spcPts val="600"/>
              </a:spcBef>
            </a:pP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An object that will have many instances in the database.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lvl="1">
              <a:spcBef>
                <a:spcPts val="600"/>
              </a:spcBef>
            </a:pP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An object that will be composed of multiple properties/attributes.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lvl="1">
              <a:spcBef>
                <a:spcPts val="600"/>
              </a:spcBef>
            </a:pP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An object that we are trying to model.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Should not be: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lvl="1">
              <a:spcBef>
                <a:spcPts val="600"/>
              </a:spcBef>
            </a:pP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A user of the database.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lvl="1">
              <a:spcBef>
                <a:spcPts val="600"/>
              </a:spcBef>
            </a:pP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An output of the database system (e.g. a report).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528349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List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Concepts of the ER Model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GB" altLang="en-US" dirty="0">
                <a:solidFill>
                  <a:schemeClr val="bg1">
                    <a:lumMod val="50000"/>
                  </a:schemeClr>
                </a:solidFill>
              </a:rPr>
              <a:t>Entities and Entity types</a:t>
            </a:r>
          </a:p>
          <a:p>
            <a:r>
              <a:rPr lang="en-US" dirty="0">
                <a:solidFill>
                  <a:srgbClr val="00B050"/>
                </a:solidFill>
              </a:rPr>
              <a:t>Attributes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Types of Attributes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Keys</a:t>
            </a:r>
          </a:p>
        </p:txBody>
      </p:sp>
    </p:spTree>
    <p:extLst>
      <p:ext uri="{BB962C8B-B14F-4D97-AF65-F5344CB8AC3E}">
        <p14:creationId xmlns:p14="http://schemas.microsoft.com/office/powerpoint/2010/main" val="1649588154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Attributes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>
                <a:solidFill>
                  <a:schemeClr val="bg1">
                    <a:lumMod val="50000"/>
                  </a:schemeClr>
                </a:solidFill>
              </a:rPr>
              <a:t>Attributes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are the properties or characteristics that describe entity and relationship types. 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For example, a Student entity may be described by attributes including student number, name, address, date of birth, course, year, etc... 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Whereas an Invoice entity may be described by attributes including invoice number, invoice date, etc…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1105472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Attributes</a:t>
            </a:r>
            <a:br>
              <a:rPr lang="en-US" dirty="0"/>
            </a:br>
            <a:r>
              <a:rPr lang="en-US" sz="3200" dirty="0"/>
              <a:t>Attribute Domain</a:t>
            </a: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An </a:t>
            </a:r>
            <a:r>
              <a:rPr lang="en-GB" b="1" i="1" dirty="0">
                <a:solidFill>
                  <a:schemeClr val="bg1">
                    <a:lumMod val="50000"/>
                  </a:schemeClr>
                </a:solidFill>
              </a:rPr>
              <a:t>Attribute Domain</a:t>
            </a: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 is 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used to define the range of values allowed in any particular attribute</a:t>
            </a: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.</a:t>
            </a:r>
            <a:r>
              <a:rPr lang="en-GB" b="1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Examples:</a:t>
            </a:r>
          </a:p>
          <a:p>
            <a:pPr lvl="1">
              <a:spcBef>
                <a:spcPts val="600"/>
              </a:spcBef>
            </a:pP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A student's name cannot be a numeric value. It must be alphabetic. </a:t>
            </a:r>
          </a:p>
          <a:p>
            <a:pPr lvl="1">
              <a:spcBef>
                <a:spcPts val="600"/>
              </a:spcBef>
            </a:pP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A student's age cannot be negative and must be 4 or greater (for primary school children). </a:t>
            </a:r>
          </a:p>
          <a:p>
            <a:pPr lvl="1">
              <a:spcBef>
                <a:spcPts val="600"/>
              </a:spcBef>
            </a:pP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An exam mark must be numeric and in the range 0 – 100 (assuming no negative marking). 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6653501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Attributes</a:t>
            </a:r>
            <a:br>
              <a:rPr lang="en-US" dirty="0"/>
            </a:br>
            <a:r>
              <a:rPr lang="en-US" sz="3200" dirty="0"/>
              <a:t>Naming Convention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A common convention for naming attributes is to use singular nouns. A naming convention may require one of the following: 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lvl="1">
              <a:spcBef>
                <a:spcPts val="600"/>
              </a:spcBef>
            </a:pP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All characters are in upper case. 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lvl="1">
              <a:spcBef>
                <a:spcPts val="600"/>
              </a:spcBef>
            </a:pP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All characters are in lower case. 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lvl="1">
              <a:spcBef>
                <a:spcPts val="600"/>
              </a:spcBef>
            </a:pP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Only the first character is in upper case. 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lvl="1">
              <a:spcBef>
                <a:spcPts val="600"/>
              </a:spcBef>
            </a:pP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Each part of a multipart name has the first character capitalised (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camelCase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). 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5855691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Attributes</a:t>
            </a:r>
            <a:br>
              <a:rPr lang="en-US" dirty="0"/>
            </a:br>
            <a:r>
              <a:rPr lang="en-US" sz="3200" dirty="0"/>
              <a:t>Naming Convention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Another convention is for attribute names to have a prefix that indicates the entity the attribute describes. Subsequent characters are sufficiently descriptive to identify the attribute. Some examples of attribute names: 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lvl="1">
              <a:spcBef>
                <a:spcPts val="600"/>
              </a:spcBef>
            </a:pP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empLastName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= employee last name.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lvl="1">
              <a:spcBef>
                <a:spcPts val="600"/>
              </a:spcBef>
            </a:pP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stuGPA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= student grade point average. 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lvl="1">
              <a:spcBef>
                <a:spcPts val="600"/>
              </a:spcBef>
            </a:pP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prodCode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= product code. 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lvl="1">
              <a:spcBef>
                <a:spcPts val="600"/>
              </a:spcBef>
            </a:pP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invNum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= invoice number.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1949355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Attributes</a:t>
            </a:r>
            <a:br>
              <a:rPr lang="en-US" dirty="0"/>
            </a:br>
            <a:r>
              <a:rPr lang="en-US" sz="3200" dirty="0"/>
              <a:t>Naming Convention and Representation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24" y="2305050"/>
            <a:ext cx="15816216" cy="6667500"/>
          </a:xfrm>
        </p:spPr>
        <p:txBody>
          <a:bodyPr/>
          <a:lstStyle/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In practice a naming convention is important, and you should expect the organisation you are working for to have a standard approach for naming things appearing in a model.  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We represent attributes by placing them with the entity type underneath the name (of the entity type).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8033134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List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Concepts of the ER Model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GB" altLang="en-US" dirty="0">
                <a:solidFill>
                  <a:schemeClr val="bg1">
                    <a:lumMod val="50000"/>
                  </a:schemeClr>
                </a:solidFill>
              </a:rPr>
              <a:t>Entities and Entity types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Attributes</a:t>
            </a:r>
          </a:p>
          <a:p>
            <a:r>
              <a:rPr lang="en-US" dirty="0">
                <a:solidFill>
                  <a:srgbClr val="00B050"/>
                </a:solidFill>
              </a:rPr>
              <a:t>Types of Attributes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Keys</a:t>
            </a:r>
          </a:p>
        </p:txBody>
      </p:sp>
    </p:spTree>
    <p:extLst>
      <p:ext uri="{BB962C8B-B14F-4D97-AF65-F5344CB8AC3E}">
        <p14:creationId xmlns:p14="http://schemas.microsoft.com/office/powerpoint/2010/main" val="2333986584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Attributes</a:t>
            </a:r>
            <a:br>
              <a:rPr lang="en-US" dirty="0"/>
            </a:br>
            <a:r>
              <a:rPr lang="en-US" sz="3200" dirty="0"/>
              <a:t>Types of Attributes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b="1" dirty="0">
                <a:solidFill>
                  <a:schemeClr val="bg1">
                    <a:lumMod val="50000"/>
                  </a:schemeClr>
                </a:solidFill>
              </a:rPr>
              <a:t>Simple or Atomic Attribute</a:t>
            </a: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: An 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attribute composed of a single component with an independent existence. Simple or atomic attributes cannot be broken down further or subdivided. 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For Example: </a:t>
            </a: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PPS Number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of an employee is a simple attribute as it cannot be subdivided. 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0591776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Attributes</a:t>
            </a:r>
            <a:br>
              <a:rPr lang="en-US" dirty="0"/>
            </a:br>
            <a:r>
              <a:rPr lang="en-US" sz="3200" dirty="0"/>
              <a:t>Types of Attributes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>
                <a:solidFill>
                  <a:schemeClr val="bg1">
                    <a:lumMod val="50000"/>
                  </a:schemeClr>
                </a:solidFill>
              </a:rPr>
              <a:t>Composite Attribute</a:t>
            </a: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: 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An attribute is considered composite if it comprises two or more other attributes. 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For Example: </a:t>
            </a: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Name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which can be divided into </a:t>
            </a: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first name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last name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and/or </a:t>
            </a: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middle initial/name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.</a:t>
            </a:r>
          </a:p>
          <a:p>
            <a:endParaRPr lang="en-GB" b="1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710009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Attributes</a:t>
            </a:r>
            <a:br>
              <a:rPr lang="en-US" dirty="0"/>
            </a:br>
            <a:r>
              <a:rPr lang="en-US" sz="3200" dirty="0"/>
              <a:t>Types of Attributes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b="1" dirty="0">
                <a:solidFill>
                  <a:schemeClr val="bg1">
                    <a:lumMod val="50000"/>
                  </a:schemeClr>
                </a:solidFill>
              </a:rPr>
              <a:t>Single-valued Attribute</a:t>
            </a: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: 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An attribute is considered to be single-valued if there is at most one value associated with it at any one point in time. 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For Example: </a:t>
            </a: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Date of Birth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as each person has one Date of Birth.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GB" b="1" dirty="0">
                <a:solidFill>
                  <a:schemeClr val="bg1">
                    <a:lumMod val="50000"/>
                  </a:schemeClr>
                </a:solidFill>
              </a:rPr>
              <a:t>Multi-valued Attribute</a:t>
            </a: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: 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An attribute is considered to be multi-valued if there can be many values associated with it at any one point in time. 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For Example: </a:t>
            </a: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Phone Number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where a person might have more than one occurrence.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9471966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Attributes</a:t>
            </a:r>
            <a:br>
              <a:rPr lang="en-US" dirty="0"/>
            </a:br>
            <a:r>
              <a:rPr lang="en-US" sz="3200" dirty="0"/>
              <a:t>Types of Attributes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>
                <a:solidFill>
                  <a:schemeClr val="bg1">
                    <a:lumMod val="50000"/>
                  </a:schemeClr>
                </a:solidFill>
              </a:rPr>
              <a:t>Derived Attribute</a:t>
            </a:r>
            <a:r>
              <a:rPr lang="en-IE" dirty="0">
                <a:solidFill>
                  <a:schemeClr val="bg1">
                    <a:lumMod val="50000"/>
                  </a:schemeClr>
                </a:solidFill>
              </a:rPr>
              <a:t>: An 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attribute </a:t>
            </a:r>
            <a:r>
              <a:rPr lang="en-AU" dirty="0">
                <a:solidFill>
                  <a:schemeClr val="bg1">
                    <a:lumMod val="50000"/>
                  </a:schemeClr>
                </a:solidFill>
              </a:rPr>
              <a:t>that represents a value that is derivable from the value of a related attribute, or set of attributes, not necessarily in the same entity type. 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For Example: </a:t>
            </a: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Age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can be derived from the attribute </a:t>
            </a:r>
            <a:r>
              <a:rPr lang="en-GB" i="1" dirty="0">
                <a:solidFill>
                  <a:schemeClr val="bg1">
                    <a:lumMod val="50000"/>
                  </a:schemeClr>
                </a:solidFill>
              </a:rPr>
              <a:t>Date of Birth.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4931293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Attributes</a:t>
            </a:r>
            <a:br>
              <a:rPr lang="en-US" dirty="0"/>
            </a:br>
            <a:r>
              <a:rPr lang="en-US" sz="3200" dirty="0"/>
              <a:t>Types of Attributes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FFCEF7-297D-3E0C-511E-01E8D643F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5331" y="3657600"/>
            <a:ext cx="7983906" cy="2819400"/>
          </a:xfrm>
          <a:prstGeom prst="rect">
            <a:avLst/>
          </a:prstGeom>
          <a:ln w="38100">
            <a:solidFill>
              <a:srgbClr val="00B0F0"/>
            </a:solidFill>
          </a:ln>
        </p:spPr>
      </p:pic>
    </p:spTree>
    <p:extLst>
      <p:ext uri="{BB962C8B-B14F-4D97-AF65-F5344CB8AC3E}">
        <p14:creationId xmlns:p14="http://schemas.microsoft.com/office/powerpoint/2010/main" val="1322177630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List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Concepts of the ER Model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GB" altLang="en-US" dirty="0">
                <a:solidFill>
                  <a:schemeClr val="bg1">
                    <a:lumMod val="50000"/>
                  </a:schemeClr>
                </a:solidFill>
              </a:rPr>
              <a:t>Entities and Entity types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Attributes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Types of Attributes</a:t>
            </a:r>
          </a:p>
          <a:p>
            <a:r>
              <a:rPr lang="en-US" dirty="0">
                <a:solidFill>
                  <a:srgbClr val="00B050"/>
                </a:solidFill>
              </a:rPr>
              <a:t>Keys</a:t>
            </a:r>
          </a:p>
        </p:txBody>
      </p:sp>
    </p:spTree>
    <p:extLst>
      <p:ext uri="{BB962C8B-B14F-4D97-AF65-F5344CB8AC3E}">
        <p14:creationId xmlns:p14="http://schemas.microsoft.com/office/powerpoint/2010/main" val="3465165971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169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Keys</a:t>
            </a:r>
            <a:endParaRPr dirty="0"/>
          </a:p>
        </p:txBody>
      </p:sp>
      <p:sp>
        <p:nvSpPr>
          <p:cNvPr id="170" name="Shape 170"/>
          <p:cNvSpPr>
            <a:spLocks noGrp="1"/>
          </p:cNvSpPr>
          <p:nvPr>
            <p:ph type="body" sz="half" idx="1"/>
          </p:nvPr>
        </p:nvSpPr>
        <p:spPr>
          <a:xfrm>
            <a:off x="669130" y="2228850"/>
            <a:ext cx="15909109" cy="666750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Recall, a </a:t>
            </a:r>
            <a:r>
              <a:rPr lang="en-GB" b="1" dirty="0">
                <a:solidFill>
                  <a:schemeClr val="bg1">
                    <a:lumMod val="50000"/>
                  </a:schemeClr>
                </a:solidFill>
              </a:rPr>
              <a:t>key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is an attribute or collection of attributes that uniquely identifies an entity occurrence.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For example, the </a:t>
            </a:r>
            <a:r>
              <a:rPr lang="en-GB" i="1" dirty="0" err="1">
                <a:solidFill>
                  <a:schemeClr val="bg1">
                    <a:lumMod val="50000"/>
                  </a:schemeClr>
                </a:solidFill>
              </a:rPr>
              <a:t>staffNo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value for each staff member makes him/her identifiable among staff.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24" y="2222500"/>
            <a:ext cx="15816216" cy="5168900"/>
          </a:xfrm>
        </p:spPr>
        <p:txBody>
          <a:bodyPr>
            <a:norm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762024" y="8220165"/>
            <a:ext cx="1667110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To denote the primary key value, add 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{PK}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beside the chosen attribute(s).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6EE166-A351-BE2B-4F04-A0664858FA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8731" y="3276600"/>
            <a:ext cx="7530112" cy="3767898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</p:pic>
    </p:spTree>
    <p:extLst>
      <p:ext uri="{BB962C8B-B14F-4D97-AF65-F5344CB8AC3E}">
        <p14:creationId xmlns:p14="http://schemas.microsoft.com/office/powerpoint/2010/main" val="227839865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ModernPortfolio">
  <a:themeElements>
    <a:clrScheme name="ModernPortfolio">
      <a:dk1>
        <a:srgbClr val="000000"/>
      </a:dk1>
      <a:lt1>
        <a:srgbClr val="FFFFFF"/>
      </a:lt1>
      <a:dk2>
        <a:srgbClr val="5C5C5C"/>
      </a:dk2>
      <a:lt2>
        <a:srgbClr val="CBCBCB"/>
      </a:lt2>
      <a:accent1>
        <a:srgbClr val="557E8A"/>
      </a:accent1>
      <a:accent2>
        <a:srgbClr val="88885A"/>
      </a:accent2>
      <a:accent3>
        <a:srgbClr val="B29E85"/>
      </a:accent3>
      <a:accent4>
        <a:srgbClr val="BB7B52"/>
      </a:accent4>
      <a:accent5>
        <a:srgbClr val="CF7F66"/>
      </a:accent5>
      <a:accent6>
        <a:srgbClr val="62647B"/>
      </a:accent6>
      <a:hlink>
        <a:srgbClr val="0000FF"/>
      </a:hlink>
      <a:folHlink>
        <a:srgbClr val="FF00FF"/>
      </a:folHlink>
    </a:clrScheme>
    <a:fontScheme name="ModernPortfolio">
      <a:majorFont>
        <a:latin typeface="Helvetica Neue Light"/>
        <a:ea typeface="Helvetica Neue Light"/>
        <a:cs typeface="Helvetica Neue Light"/>
      </a:majorFont>
      <a:minorFont>
        <a:latin typeface="Helvetica Neue Light"/>
        <a:ea typeface="Helvetica Neue Light"/>
        <a:cs typeface="Helvetica Neue Light"/>
      </a:minorFont>
    </a:fontScheme>
    <a:fmtScheme name="ModernPortfol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12166"/>
            <a:lumOff val="-13042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ABABAB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dernPortfolio">
  <a:themeElements>
    <a:clrScheme name="ModernPortfolio">
      <a:dk1>
        <a:srgbClr val="000000"/>
      </a:dk1>
      <a:lt1>
        <a:srgbClr val="FFFFFF"/>
      </a:lt1>
      <a:dk2>
        <a:srgbClr val="5C5C5C"/>
      </a:dk2>
      <a:lt2>
        <a:srgbClr val="CBCBCB"/>
      </a:lt2>
      <a:accent1>
        <a:srgbClr val="557E8A"/>
      </a:accent1>
      <a:accent2>
        <a:srgbClr val="88885A"/>
      </a:accent2>
      <a:accent3>
        <a:srgbClr val="B29E85"/>
      </a:accent3>
      <a:accent4>
        <a:srgbClr val="BB7B52"/>
      </a:accent4>
      <a:accent5>
        <a:srgbClr val="CF7F66"/>
      </a:accent5>
      <a:accent6>
        <a:srgbClr val="62647B"/>
      </a:accent6>
      <a:hlink>
        <a:srgbClr val="0000FF"/>
      </a:hlink>
      <a:folHlink>
        <a:srgbClr val="FF00FF"/>
      </a:folHlink>
    </a:clrScheme>
    <a:fontScheme name="ModernPortfolio">
      <a:majorFont>
        <a:latin typeface="Helvetica Neue Light"/>
        <a:ea typeface="Helvetica Neue Light"/>
        <a:cs typeface="Helvetica Neue Light"/>
      </a:majorFont>
      <a:minorFont>
        <a:latin typeface="Helvetica Neue Light"/>
        <a:ea typeface="Helvetica Neue Light"/>
        <a:cs typeface="Helvetica Neue Light"/>
      </a:minorFont>
    </a:fontScheme>
    <a:fmtScheme name="ModernPortfol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12166"/>
            <a:lumOff val="-13042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ABABAB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969</Words>
  <Application>Microsoft Office PowerPoint</Application>
  <PresentationFormat>Custom</PresentationFormat>
  <Paragraphs>103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Arial</vt:lpstr>
      <vt:lpstr>Calibri</vt:lpstr>
      <vt:lpstr>Calibri Light</vt:lpstr>
      <vt:lpstr>Helvetica</vt:lpstr>
      <vt:lpstr>Helvetica Neue</vt:lpstr>
      <vt:lpstr>Helvetica Neue Light</vt:lpstr>
      <vt:lpstr>Helvetica Neue Medium</vt:lpstr>
      <vt:lpstr>ModernPortfolio</vt:lpstr>
      <vt:lpstr>Office Theme</vt:lpstr>
      <vt:lpstr>Entities, Entity Types, and Attributes</vt:lpstr>
      <vt:lpstr>Topics List</vt:lpstr>
      <vt:lpstr>   Concepts of the ER Model</vt:lpstr>
      <vt:lpstr>Topics List</vt:lpstr>
      <vt:lpstr>Entities and Entity types</vt:lpstr>
      <vt:lpstr>Entities and Entity types</vt:lpstr>
      <vt:lpstr> Entities and Entity types</vt:lpstr>
      <vt:lpstr>Entities and Entity types</vt:lpstr>
      <vt:lpstr>Topics List</vt:lpstr>
      <vt:lpstr>Attributes</vt:lpstr>
      <vt:lpstr>Attributes Attribute Domain</vt:lpstr>
      <vt:lpstr>Attributes Naming Convention</vt:lpstr>
      <vt:lpstr>Attributes Naming Convention</vt:lpstr>
      <vt:lpstr>Attributes Naming Convention and Representation</vt:lpstr>
      <vt:lpstr>Topics List</vt:lpstr>
      <vt:lpstr>Attributes Types of Attributes</vt:lpstr>
      <vt:lpstr>Attributes Types of Attributes</vt:lpstr>
      <vt:lpstr>Attributes Types of Attributes</vt:lpstr>
      <vt:lpstr>Attributes Types of Attributes</vt:lpstr>
      <vt:lpstr>Attributes Types of Attributes</vt:lpstr>
      <vt:lpstr>Topics List</vt:lpstr>
      <vt:lpstr>Keys</vt:lpstr>
      <vt:lpstr>Keys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Entities, Entity Types and Attributes</dc:title>
  <dc:creator>mary</dc:creator>
  <cp:lastModifiedBy>Mary Lyng</cp:lastModifiedBy>
  <cp:revision>68</cp:revision>
  <dcterms:modified xsi:type="dcterms:W3CDTF">2026-01-14T10:01:08Z</dcterms:modified>
</cp:coreProperties>
</file>