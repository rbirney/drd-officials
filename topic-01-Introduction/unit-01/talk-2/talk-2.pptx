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22"/>
  </p:notesMasterIdLst>
  <p:sldIdLst>
    <p:sldId id="399" r:id="rId3"/>
    <p:sldId id="278" r:id="rId4"/>
    <p:sldId id="299" r:id="rId5"/>
    <p:sldId id="300" r:id="rId6"/>
    <p:sldId id="301" r:id="rId7"/>
    <p:sldId id="330" r:id="rId8"/>
    <p:sldId id="304" r:id="rId9"/>
    <p:sldId id="305" r:id="rId10"/>
    <p:sldId id="331" r:id="rId11"/>
    <p:sldId id="263" r:id="rId12"/>
    <p:sldId id="311" r:id="rId13"/>
    <p:sldId id="313" r:id="rId14"/>
    <p:sldId id="332" r:id="rId15"/>
    <p:sldId id="314" r:id="rId16"/>
    <p:sldId id="338" r:id="rId17"/>
    <p:sldId id="335" r:id="rId18"/>
    <p:sldId id="315" r:id="rId19"/>
    <p:sldId id="318" r:id="rId20"/>
    <p:sldId id="337" r:id="rId21"/>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lvl9pPr>
  </p:defaultTextStyle>
  <p:extLst>
    <p:ext uri="{EFAFB233-063F-42B5-8137-9DF3F51BA10A}">
      <p15:sldGuideLst xmlns:p15="http://schemas.microsoft.com/office/powerpoint/2012/main">
        <p15:guide id="1" orient="horz" pos="3072" userDrawn="1">
          <p15:clr>
            <a:srgbClr val="A4A3A4"/>
          </p15:clr>
        </p15:guide>
        <p15:guide id="2" pos="54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B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C4C6C6"/>
              </a:solidFill>
              <a:prstDash val="solid"/>
              <a:miter lim="400000"/>
            </a:ln>
          </a:top>
          <a:bottom>
            <a:ln w="25400" cap="flat">
              <a:solidFill>
                <a:srgbClr val="C4C6C6"/>
              </a:solidFill>
              <a:prstDash val="solid"/>
              <a:miter lim="400000"/>
            </a:ln>
          </a:bottom>
          <a:insideH>
            <a:ln w="25400" cap="flat">
              <a:solidFill>
                <a:srgbClr val="C4C6C6"/>
              </a:solidFill>
              <a:prstDash val="solid"/>
              <a:miter lim="400000"/>
            </a:ln>
          </a:insideH>
          <a:insideV>
            <a:ln w="12700" cap="flat">
              <a:noFill/>
              <a:miter lim="400000"/>
            </a:ln>
          </a:insideV>
        </a:tcBdr>
        <a:fill>
          <a:noFill/>
        </a:fill>
      </a:tcStyle>
    </a:wholeTbl>
    <a:band2H>
      <a:tcTxStyle/>
      <a:tcStyle>
        <a:tcBdr/>
        <a:fill>
          <a:solidFill>
            <a:srgbClr val="F2F2F2"/>
          </a:solidFill>
        </a:fill>
      </a:tcStyle>
    </a:band2H>
    <a:firstCol>
      <a:tcTxStyle b="off" i="off">
        <a:font>
          <a:latin typeface="Helvetica Neue"/>
          <a:ea typeface="Helvetica Neue"/>
          <a:cs typeface="Helvetica Neue"/>
        </a:font>
        <a:srgbClr val="444444"/>
      </a:tcTxStyle>
      <a:tcStyle>
        <a:tcBdr>
          <a:left>
            <a:ln w="12700" cap="flat">
              <a:solidFill>
                <a:srgbClr val="000000"/>
              </a:solidFill>
              <a:prstDash val="solid"/>
              <a:miter lim="400000"/>
            </a:ln>
          </a:left>
          <a:right>
            <a:ln w="12700" cap="flat">
              <a:solidFill>
                <a:srgbClr val="C4C6C6"/>
              </a:solidFill>
              <a:prstDash val="solid"/>
              <a:miter lim="400000"/>
            </a:ln>
          </a:right>
          <a:top>
            <a:ln w="25400" cap="flat">
              <a:solidFill>
                <a:srgbClr val="C4C6C6"/>
              </a:solidFill>
              <a:prstDash val="solid"/>
              <a:miter lim="400000"/>
            </a:ln>
          </a:top>
          <a:bottom>
            <a:ln w="25400" cap="flat">
              <a:solidFill>
                <a:srgbClr val="C4C6C6"/>
              </a:solidFill>
              <a:prstDash val="solid"/>
              <a:miter lim="400000"/>
            </a:ln>
          </a:bottom>
          <a:insideH>
            <a:ln w="25400" cap="flat">
              <a:solidFill>
                <a:srgbClr val="C4C6C6"/>
              </a:solidFill>
              <a:prstDash val="solid"/>
              <a:miter lim="400000"/>
            </a:ln>
          </a:insideH>
          <a:insideV>
            <a:ln w="12700" cap="flat">
              <a:noFill/>
              <a:miter lim="400000"/>
            </a:ln>
          </a:insideV>
        </a:tcBdr>
        <a:fill>
          <a:solidFill>
            <a:srgbClr val="E8E9E8"/>
          </a:solidFill>
        </a:fill>
      </a:tcStyle>
    </a:firstCol>
    <a:la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noFill/>
              <a:miter lim="400000"/>
            </a:ln>
          </a:insideH>
          <a:insideV>
            <a:ln w="12700" cap="flat">
              <a:noFill/>
              <a:miter lim="400000"/>
            </a:ln>
          </a:insideV>
        </a:tcBdr>
        <a:fill>
          <a:noFill/>
        </a:fill>
      </a:tcStyle>
    </a:lastRow>
    <a:fir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0" cap="flat">
              <a:noFill/>
              <a:miter lim="400000"/>
            </a:ln>
          </a:bottom>
          <a:insideH>
            <a:ln w="12700" cap="flat">
              <a:noFill/>
              <a:miter lim="400000"/>
            </a:ln>
          </a:insideH>
          <a:insideV>
            <a:ln w="12700" cap="flat">
              <a:noFill/>
              <a:miter lim="400000"/>
            </a:ln>
          </a:insideV>
        </a:tcBdr>
        <a:fill>
          <a:solidFill>
            <a:schemeClr val="accent1">
              <a:satOff val="12166"/>
              <a:lumOff val="-13042"/>
            </a:schemeClr>
          </a:solidFill>
        </a:fill>
      </a:tcStyle>
    </a:firstRow>
  </a:tblStyle>
  <a:tblStyle styleId="{C7B018BB-80A7-4F77-B60F-C8B233D01FF8}" styleName="">
    <a:tblBg/>
    <a:wholeTb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EFF8FA"/>
          </a:solidFill>
        </a:fill>
      </a:tcStyle>
    </a:band2H>
    <a:firstCo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4F728F"/>
              </a:solidFill>
              <a:prstDash val="solid"/>
              <a:miter lim="400000"/>
            </a:ln>
          </a:top>
          <a:bottom>
            <a:ln w="12700" cap="flat">
              <a:solidFill>
                <a:srgbClr val="4F728F"/>
              </a:solidFill>
              <a:prstDash val="solid"/>
              <a:miter lim="400000"/>
            </a:ln>
          </a:bottom>
          <a:insideH>
            <a:ln w="12700" cap="flat">
              <a:solidFill>
                <a:srgbClr val="4F728F"/>
              </a:solidFill>
              <a:prstDash val="solid"/>
              <a:miter lim="400000"/>
            </a:ln>
          </a:insideH>
          <a:insideV>
            <a:ln w="12700" cap="flat">
              <a:noFill/>
              <a:miter lim="400000"/>
            </a:ln>
          </a:insideV>
        </a:tcBdr>
        <a:fill>
          <a:solidFill>
            <a:srgbClr val="D4DADF"/>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solidFill>
                <a:srgbClr val="747474"/>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638EB0"/>
          </a:solidFill>
        </a:fill>
      </a:tcStyle>
    </a:lastRow>
    <a:fir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solidFill>
                <a:srgbClr val="747474"/>
              </a:solidFill>
              <a:prstDash val="solid"/>
              <a:miter lim="400000"/>
            </a:ln>
          </a:bottom>
          <a:insideH>
            <a:ln w="12700" cap="flat">
              <a:noFill/>
              <a:miter lim="400000"/>
            </a:ln>
          </a:insideH>
          <a:insideV>
            <a:ln w="12700" cap="flat">
              <a:noFill/>
              <a:miter lim="400000"/>
            </a:ln>
          </a:insideV>
        </a:tcBdr>
        <a:fill>
          <a:solidFill>
            <a:srgbClr val="173D59"/>
          </a:solidFill>
        </a:fill>
      </a:tcStyle>
    </a:firstRow>
  </a:tblStyle>
  <a:tblStyle styleId="{EEE7283C-3CF3-47DC-8721-378D4A62B228}" styleName="">
    <a:tblBg/>
    <a:wholeTbl>
      <a:tcTxStyle b="off" i="off">
        <a:font>
          <a:latin typeface="Helvetica Neue"/>
          <a:ea typeface="Helvetica Neue"/>
          <a:cs typeface="Helvetica Neue"/>
        </a:font>
        <a:srgbClr val="444444"/>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F2F2F2"/>
          </a:solidFill>
        </a:fill>
      </a:tcStyle>
    </a:band2H>
    <a:firstCol>
      <a:tcTxStyle b="off" i="off">
        <a:font>
          <a:latin typeface="Helvetica Neue"/>
          <a:ea typeface="Helvetica Neue"/>
          <a:cs typeface="Helvetica Neue"/>
        </a:font>
        <a:srgbClr val="444444"/>
      </a:tcTxStyle>
      <a:tcStyle>
        <a:tcBdr>
          <a:left>
            <a:ln w="12700" cap="flat">
              <a:solidFill>
                <a:srgbClr val="3C3C1D"/>
              </a:solidFill>
              <a:prstDash val="solid"/>
              <a:miter lim="400000"/>
            </a:ln>
          </a:left>
          <a:right>
            <a:ln w="12700" cap="flat">
              <a:solidFill>
                <a:schemeClr val="accent2">
                  <a:hueOff val="-487087"/>
                  <a:satOff val="-2686"/>
                  <a:lumOff val="14808"/>
                </a:schemeClr>
              </a:solidFill>
              <a:prstDash val="solid"/>
              <a:miter lim="400000"/>
            </a:ln>
          </a:right>
          <a:top>
            <a:ln w="12700" cap="flat">
              <a:solidFill>
                <a:schemeClr val="accent2">
                  <a:hueOff val="-487087"/>
                  <a:satOff val="-2686"/>
                  <a:lumOff val="14808"/>
                </a:schemeClr>
              </a:solidFill>
              <a:prstDash val="solid"/>
              <a:miter lim="400000"/>
            </a:ln>
          </a:top>
          <a:bottom>
            <a:ln w="12700" cap="flat">
              <a:solidFill>
                <a:schemeClr val="accent2">
                  <a:hueOff val="-487087"/>
                  <a:satOff val="-2686"/>
                  <a:lumOff val="14808"/>
                </a:schemeClr>
              </a:solidFill>
              <a:prstDash val="solid"/>
              <a:miter lim="400000"/>
            </a:ln>
          </a:bottom>
          <a:insideH>
            <a:ln w="12700" cap="flat">
              <a:solidFill>
                <a:schemeClr val="accent2">
                  <a:hueOff val="-487087"/>
                  <a:satOff val="-2686"/>
                  <a:lumOff val="14808"/>
                </a:schemeClr>
              </a:solidFill>
              <a:prstDash val="solid"/>
              <a:miter lim="400000"/>
            </a:ln>
          </a:insideH>
          <a:insideV>
            <a:ln w="12700" cap="flat">
              <a:solidFill>
                <a:schemeClr val="accent2">
                  <a:hueOff val="-487087"/>
                  <a:satOff val="-2686"/>
                  <a:lumOff val="14808"/>
                </a:schemeClr>
              </a:solidFill>
              <a:prstDash val="solid"/>
              <a:miter lim="400000"/>
            </a:ln>
          </a:insideV>
        </a:tcBdr>
        <a:fill>
          <a:solidFill>
            <a:srgbClr val="CFCDBB"/>
          </a:solidFill>
        </a:fill>
      </a:tcStyle>
    </a:firstCol>
    <a:lastRow>
      <a:tcTxStyle b="off" i="off">
        <a:font>
          <a:latin typeface="Helvetica Neue"/>
          <a:ea typeface="Helvetica Neue"/>
          <a:cs typeface="Helvetica Neue"/>
        </a:font>
        <a:srgbClr val="444444"/>
      </a:tcTxStyle>
      <a:tcStyle>
        <a:tcBdr>
          <a:left>
            <a:ln w="12700" cap="flat">
              <a:solidFill>
                <a:srgbClr val="C6C6C6"/>
              </a:solidFill>
              <a:prstDash val="solid"/>
              <a:miter lim="400000"/>
            </a:ln>
          </a:left>
          <a:right>
            <a:ln w="12700" cap="flat">
              <a:solidFill>
                <a:srgbClr val="C6C6C6"/>
              </a:solidFill>
              <a:prstDash val="solid"/>
              <a:miter lim="400000"/>
            </a:ln>
          </a:right>
          <a:top>
            <a:ln w="12700" cap="flat">
              <a:solidFill>
                <a:srgbClr val="656839"/>
              </a:solidFill>
              <a:prstDash val="solid"/>
              <a:miter lim="400000"/>
            </a:ln>
          </a:top>
          <a:bottom>
            <a:ln w="12700" cap="flat">
              <a:solidFill>
                <a:srgbClr val="3C3C1D"/>
              </a:solidFill>
              <a:prstDash val="solid"/>
              <a:miter lim="400000"/>
            </a:ln>
          </a:bottom>
          <a:insideH>
            <a:ln w="12700" cap="flat">
              <a:solidFill>
                <a:srgbClr val="C6C6C6"/>
              </a:solidFill>
              <a:prstDash val="solid"/>
              <a:miter lim="400000"/>
            </a:ln>
          </a:insideH>
          <a:insideV>
            <a:ln w="12700" cap="flat">
              <a:solidFill>
                <a:srgbClr val="C6C6C6"/>
              </a:solidFill>
              <a:prstDash val="solid"/>
              <a:miter lim="400000"/>
            </a:ln>
          </a:insideV>
        </a:tcBdr>
        <a:fill>
          <a:solidFill>
            <a:srgbClr val="E8E9E8"/>
          </a:solidFill>
        </a:fill>
      </a:tcStyle>
    </a:lastRow>
    <a:firstRow>
      <a:tcTxStyle b="off" i="off">
        <a:font>
          <a:latin typeface="Helvetica Neue"/>
          <a:ea typeface="Helvetica Neue"/>
          <a:cs typeface="Helvetica Neue"/>
        </a:font>
        <a:srgbClr val="FFFFFF"/>
      </a:tcTxStyle>
      <a:tcStyle>
        <a:tcBdr>
          <a:left>
            <a:ln w="12700" cap="flat">
              <a:solidFill>
                <a:schemeClr val="accent2">
                  <a:hueOff val="-487087"/>
                  <a:satOff val="-2686"/>
                  <a:lumOff val="14808"/>
                </a:schemeClr>
              </a:solidFill>
              <a:prstDash val="solid"/>
              <a:miter lim="400000"/>
            </a:ln>
          </a:left>
          <a:right>
            <a:ln w="12700" cap="flat">
              <a:solidFill>
                <a:schemeClr val="accent2">
                  <a:hueOff val="-487087"/>
                  <a:satOff val="-2686"/>
                  <a:lumOff val="14808"/>
                </a:schemeClr>
              </a:solidFill>
              <a:prstDash val="solid"/>
              <a:miter lim="400000"/>
            </a:ln>
          </a:right>
          <a:top>
            <a:ln w="12700" cap="flat">
              <a:solidFill>
                <a:srgbClr val="3C3C1D"/>
              </a:solidFill>
              <a:prstDash val="solid"/>
              <a:miter lim="400000"/>
            </a:ln>
          </a:top>
          <a:bottom>
            <a:ln w="12700" cap="flat">
              <a:solidFill>
                <a:srgbClr val="CBCBCB"/>
              </a:solidFill>
              <a:prstDash val="solid"/>
              <a:miter lim="400000"/>
            </a:ln>
          </a:bottom>
          <a:insideH>
            <a:ln w="12700" cap="flat">
              <a:solidFill>
                <a:srgbClr val="AAA485"/>
              </a:solidFill>
              <a:prstDash val="solid"/>
              <a:miter lim="400000"/>
            </a:ln>
          </a:insideH>
          <a:insideV>
            <a:ln w="12700" cap="flat">
              <a:solidFill>
                <a:schemeClr val="accent2">
                  <a:hueOff val="-487087"/>
                  <a:satOff val="-2686"/>
                  <a:lumOff val="14808"/>
                </a:schemeClr>
              </a:solidFill>
              <a:prstDash val="solid"/>
              <a:miter lim="400000"/>
            </a:ln>
          </a:insideV>
        </a:tcBdr>
        <a:fill>
          <a:solidFill>
            <a:srgbClr val="656839"/>
          </a:solidFill>
        </a:fill>
      </a:tcStyle>
    </a:firstRow>
  </a:tblStyle>
  <a:tblStyle styleId="{CF821DB8-F4EB-4A41-A1BA-3FCAFE7338EE}" styleName="">
    <a:tblBg/>
    <a:wholeTbl>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C4C6C6"/>
              </a:solidFill>
              <a:prstDash val="solid"/>
              <a:miter lim="400000"/>
            </a:ln>
          </a:top>
          <a:bottom>
            <a:ln w="25400" cap="flat">
              <a:solidFill>
                <a:srgbClr val="C4C6C6"/>
              </a:solidFill>
              <a:prstDash val="solid"/>
              <a:miter lim="400000"/>
            </a:ln>
          </a:bottom>
          <a:insideH>
            <a:ln w="25400" cap="flat">
              <a:solidFill>
                <a:srgbClr val="C4C6C6"/>
              </a:solidFill>
              <a:prstDash val="solid"/>
              <a:miter lim="400000"/>
            </a:ln>
          </a:insideH>
          <a:insideV>
            <a:ln w="12700" cap="flat">
              <a:noFill/>
              <a:miter lim="400000"/>
            </a:ln>
          </a:insideV>
        </a:tcBdr>
        <a:fill>
          <a:solidFill>
            <a:srgbClr val="F1F1F1"/>
          </a:solidFill>
        </a:fill>
      </a:tcStyle>
    </a:wholeTbl>
    <a:band2H>
      <a:tcTxStyle/>
      <a:tcStyle>
        <a:tcBdr/>
        <a:fill>
          <a:solidFill>
            <a:srgbClr val="E4E4E0"/>
          </a:solidFill>
        </a:fill>
      </a:tcStyle>
    </a:band2H>
    <a:firstCol>
      <a:tcTxStyle b="off" i="off">
        <a:font>
          <a:latin typeface="Helvetica Neue"/>
          <a:ea typeface="Helvetica Neue"/>
          <a:cs typeface="Helvetica Neue"/>
        </a:font>
        <a:srgbClr val="FFFFFF"/>
      </a:tcTxStyle>
      <a:tcStyle>
        <a:tcBdr>
          <a:left>
            <a:ln w="12700" cap="flat">
              <a:solidFill>
                <a:srgbClr val="515151"/>
              </a:solidFill>
              <a:prstDash val="solid"/>
              <a:miter lim="400000"/>
            </a:ln>
          </a:left>
          <a:right>
            <a:ln w="0" cap="flat">
              <a:noFill/>
              <a:miter lim="400000"/>
            </a:ln>
          </a:right>
          <a:top>
            <a:ln w="12700" cap="flat">
              <a:solidFill>
                <a:srgbClr val="7D7766"/>
              </a:solidFill>
              <a:prstDash val="solid"/>
              <a:miter lim="400000"/>
            </a:ln>
          </a:top>
          <a:bottom>
            <a:ln w="12700" cap="flat">
              <a:solidFill>
                <a:srgbClr val="7D7766"/>
              </a:solidFill>
              <a:prstDash val="solid"/>
              <a:miter lim="400000"/>
            </a:ln>
          </a:bottom>
          <a:insideH>
            <a:ln w="12700" cap="flat">
              <a:solidFill>
                <a:srgbClr val="7D7766"/>
              </a:solidFill>
              <a:prstDash val="solid"/>
              <a:miter lim="400000"/>
            </a:ln>
          </a:insideH>
          <a:insideV>
            <a:ln w="12700" cap="flat">
              <a:noFill/>
              <a:miter lim="400000"/>
            </a:ln>
          </a:insideV>
        </a:tcBdr>
        <a:fill>
          <a:solidFill>
            <a:srgbClr val="8F8B7E"/>
          </a:solidFill>
        </a:fill>
      </a:tcStyle>
    </a:firstCol>
    <a:la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25400" cap="flat">
              <a:solidFill>
                <a:srgbClr val="747474"/>
              </a:solidFill>
              <a:prstDash val="solid"/>
              <a:miter lim="400000"/>
            </a:ln>
          </a:top>
          <a:bottom>
            <a:ln w="12700" cap="flat">
              <a:solidFill>
                <a:srgbClr val="515151"/>
              </a:solidFill>
              <a:prstDash val="solid"/>
              <a:miter lim="400000"/>
            </a:ln>
          </a:bottom>
          <a:insideH>
            <a:ln w="12700" cap="flat">
              <a:noFill/>
              <a:miter lim="400000"/>
            </a:ln>
          </a:insideH>
          <a:insideV>
            <a:ln w="12700" cap="flat">
              <a:noFill/>
              <a:miter lim="400000"/>
            </a:ln>
          </a:insideV>
        </a:tcBdr>
        <a:fill>
          <a:solidFill>
            <a:srgbClr val="F1F1F1"/>
          </a:solidFill>
        </a:fill>
      </a:tcStyle>
    </a:lastRow>
    <a:fir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solidFill>
                <a:srgbClr val="515151"/>
              </a:solidFill>
              <a:prstDash val="solid"/>
              <a:miter lim="400000"/>
            </a:ln>
          </a:top>
          <a:bottom>
            <a:ln w="25400" cap="flat">
              <a:solidFill>
                <a:schemeClr val="accent2">
                  <a:hueOff val="-487087"/>
                  <a:satOff val="-2686"/>
                  <a:lumOff val="14808"/>
                </a:schemeClr>
              </a:solidFill>
              <a:prstDash val="solid"/>
              <a:miter lim="400000"/>
            </a:ln>
          </a:bottom>
          <a:insideH>
            <a:ln w="12700" cap="flat">
              <a:noFill/>
              <a:miter lim="400000"/>
            </a:ln>
          </a:insideH>
          <a:insideV>
            <a:ln w="12700" cap="flat">
              <a:noFill/>
              <a:miter lim="400000"/>
            </a:ln>
          </a:insideV>
        </a:tcBdr>
        <a:fill>
          <a:solidFill>
            <a:srgbClr val="5E5A4C"/>
          </a:solidFill>
        </a:fill>
      </a:tcStyle>
    </a:firstRow>
  </a:tblStyle>
  <a:tblStyle styleId="{33BA23B1-9221-436E-865A-0063620EA4FD}" styleName="">
    <a:tblBg/>
    <a:wholeTbl>
      <a:tcTxStyle b="off" i="off">
        <a:font>
          <a:latin typeface="Helvetica Neue"/>
          <a:ea typeface="Helvetica Neue"/>
          <a:cs typeface="Helvetica Neue"/>
        </a:font>
        <a:srgbClr val="444444"/>
      </a:tcTxStyle>
      <a:tcStyle>
        <a:tcBdr>
          <a:left>
            <a:ln w="12700" cap="flat">
              <a:solidFill>
                <a:srgbClr val="747474"/>
              </a:solidFill>
              <a:prstDash val="solid"/>
              <a:miter lim="400000"/>
            </a:ln>
          </a:left>
          <a:right>
            <a:ln w="12700" cap="flat">
              <a:solidFill>
                <a:srgbClr val="747474"/>
              </a:solidFill>
              <a:prstDash val="solid"/>
              <a:miter lim="400000"/>
            </a:ln>
          </a:right>
          <a:top>
            <a:ln w="12700" cap="flat">
              <a:solidFill>
                <a:srgbClr val="747474"/>
              </a:solidFill>
              <a:prstDash val="solid"/>
              <a:miter lim="400000"/>
            </a:ln>
          </a:top>
          <a:bottom>
            <a:ln w="12700" cap="flat">
              <a:solidFill>
                <a:srgbClr val="747474"/>
              </a:solidFill>
              <a:prstDash val="solid"/>
              <a:miter lim="400000"/>
            </a:ln>
          </a:bottom>
          <a:insideH>
            <a:ln w="12700" cap="flat">
              <a:solidFill>
                <a:srgbClr val="747474"/>
              </a:solidFill>
              <a:prstDash val="solid"/>
              <a:miter lim="400000"/>
            </a:ln>
          </a:insideH>
          <a:insideV>
            <a:ln w="12700" cap="flat">
              <a:solidFill>
                <a:srgbClr val="747474"/>
              </a:solidFill>
              <a:prstDash val="solid"/>
              <a:miter lim="400000"/>
            </a:ln>
          </a:insideV>
        </a:tcBdr>
        <a:fill>
          <a:noFill/>
        </a:fill>
      </a:tcStyle>
    </a:wholeTbl>
    <a:band2H>
      <a:tcTxStyle/>
      <a:tcStyle>
        <a:tcBdr/>
        <a:fill>
          <a:solidFill>
            <a:srgbClr val="F2F2F2"/>
          </a:solidFill>
        </a:fill>
      </a:tcStyle>
    </a:band2H>
    <a:firstCol>
      <a:tcTxStyle b="off" i="off">
        <a:font>
          <a:latin typeface="Helvetica Neue"/>
          <a:ea typeface="Helvetica Neue"/>
          <a:cs typeface="Helvetica Neue"/>
        </a:font>
        <a:srgbClr val="444444"/>
      </a:tcTxStyle>
      <a:tcStyle>
        <a:tcBdr>
          <a:left>
            <a:ln w="12700" cap="flat">
              <a:solidFill>
                <a:srgbClr val="747474"/>
              </a:solidFill>
              <a:prstDash val="solid"/>
              <a:miter lim="400000"/>
            </a:ln>
          </a:left>
          <a:right>
            <a:ln w="12700" cap="flat">
              <a:solidFill>
                <a:srgbClr val="747474"/>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firstCol>
    <a:la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747474"/>
              </a:solidFill>
              <a:prstDash val="solid"/>
              <a:miter lim="400000"/>
            </a:ln>
          </a:bottom>
          <a:insideH>
            <a:ln w="12700" cap="flat">
              <a:noFill/>
              <a:miter lim="400000"/>
            </a:ln>
          </a:insideH>
          <a:insideV>
            <a:ln w="12700" cap="flat">
              <a:noFill/>
              <a:miter lim="400000"/>
            </a:ln>
          </a:insideV>
        </a:tcBdr>
        <a:fill>
          <a:solidFill>
            <a:srgbClr val="CBCBCB"/>
          </a:solidFill>
        </a:fill>
      </a:tcStyle>
    </a:lastRow>
    <a:firstRow>
      <a:tcTxStyle b="off" i="off">
        <a:font>
          <a:latin typeface="Helvetica Neue"/>
          <a:ea typeface="Helvetica Neue"/>
          <a:cs typeface="Helvetica Neue"/>
        </a:font>
        <a:srgbClr val="444444"/>
      </a:tcTxStyle>
      <a:tcStyle>
        <a:tcBdr>
          <a:left>
            <a:ln w="12700" cap="flat">
              <a:noFill/>
              <a:miter lim="400000"/>
            </a:ln>
          </a:left>
          <a:right>
            <a:ln w="12700" cap="flat">
              <a:noFill/>
              <a:miter lim="400000"/>
            </a:ln>
          </a:right>
          <a:top>
            <a:ln w="12700" cap="flat">
              <a:solidFill>
                <a:srgbClr val="747474"/>
              </a:solidFill>
              <a:prstDash val="solid"/>
              <a:miter lim="400000"/>
            </a:ln>
          </a:top>
          <a:bottom>
            <a:ln w="12700" cap="flat">
              <a:solidFill>
                <a:srgbClr val="747474"/>
              </a:solidFill>
              <a:prstDash val="solid"/>
              <a:miter lim="400000"/>
            </a:ln>
          </a:bottom>
          <a:insideH>
            <a:ln w="12700" cap="flat">
              <a:noFill/>
              <a:miter lim="400000"/>
            </a:ln>
          </a:insideH>
          <a:insideV>
            <a:ln w="12700" cap="flat">
              <a:noFill/>
              <a:miter lim="400000"/>
            </a:ln>
          </a:insideV>
        </a:tcBdr>
        <a:fill>
          <a:solidFill>
            <a:srgbClr val="CBCBCB"/>
          </a:solidFill>
        </a:fill>
      </a:tcStyle>
    </a:firstRow>
  </a:tblStyle>
  <a:tblStyle styleId="{2708684C-4D16-4618-839F-0558EEFCDFE6}" styleName="">
    <a:tblBg/>
    <a:wholeTbl>
      <a:tcTxStyle b="off" i="off">
        <a:font>
          <a:latin typeface="Helvetica Neue"/>
          <a:ea typeface="Helvetica Neue"/>
          <a:cs typeface="Helvetica Neue"/>
        </a:font>
        <a:srgbClr val="777777"/>
      </a:tcTxStyle>
      <a:tcStyle>
        <a:tcBdr>
          <a:left>
            <a:ln w="12700" cap="flat">
              <a:solidFill>
                <a:srgbClr val="C9C9C9"/>
              </a:solidFill>
              <a:prstDash val="solid"/>
              <a:miter lim="400000"/>
            </a:ln>
          </a:left>
          <a:right>
            <a:ln w="12700" cap="flat">
              <a:solidFill>
                <a:srgbClr val="C9C9C9"/>
              </a:solidFill>
              <a:prstDash val="solid"/>
              <a:miter lim="400000"/>
            </a:ln>
          </a:right>
          <a:top>
            <a:ln w="12700" cap="flat">
              <a:solidFill>
                <a:srgbClr val="525252"/>
              </a:solidFill>
              <a:custDash>
                <a:ds d="200000" sp="200000"/>
              </a:custDash>
              <a:miter lim="400000"/>
            </a:ln>
          </a:top>
          <a:bottom>
            <a:ln w="12700" cap="flat">
              <a:solidFill>
                <a:srgbClr val="525252"/>
              </a:solidFill>
              <a:custDash>
                <a:ds d="200000" sp="200000"/>
              </a:custDash>
              <a:miter lim="400000"/>
            </a:ln>
          </a:bottom>
          <a:insideH>
            <a:ln w="12700" cap="flat">
              <a:solidFill>
                <a:srgbClr val="525252"/>
              </a:solidFill>
              <a:custDash>
                <a:ds d="200000" sp="200000"/>
              </a:custDash>
              <a:miter lim="400000"/>
            </a:ln>
          </a:insideH>
          <a:insideV>
            <a:ln w="12700" cap="flat">
              <a:solidFill>
                <a:srgbClr val="C9C9C9"/>
              </a:solidFill>
              <a:prstDash val="solid"/>
              <a:miter lim="400000"/>
            </a:ln>
          </a:insideV>
        </a:tcBdr>
        <a:fill>
          <a:noFill/>
        </a:fill>
      </a:tcStyle>
    </a:wholeTbl>
    <a:band2H>
      <a:tcTxStyle/>
      <a:tcStyle>
        <a:tcBdr/>
        <a:fill>
          <a:solidFill>
            <a:srgbClr val="D2D2D2">
              <a:alpha val="30000"/>
            </a:srgbClr>
          </a:solidFill>
        </a:fill>
      </a:tcStyle>
    </a:band2H>
    <a:firstCol>
      <a:tcTxStyle b="off" i="off">
        <a:font>
          <a:latin typeface="Helvetica Neue Medium"/>
          <a:ea typeface="Helvetica Neue Medium"/>
          <a:cs typeface="Helvetica Neue Medium"/>
        </a:font>
        <a:srgbClr val="555555"/>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C9C9C9"/>
              </a:solidFill>
              <a:prstDash val="solid"/>
              <a:miter lim="400000"/>
            </a:ln>
          </a:top>
          <a:bottom>
            <a:ln w="12700" cap="flat">
              <a:solidFill>
                <a:srgbClr val="C9C9C9"/>
              </a:solidFill>
              <a:prstDash val="solid"/>
              <a:miter lim="400000"/>
            </a:ln>
          </a:bottom>
          <a:insideH>
            <a:ln w="12700" cap="flat">
              <a:solidFill>
                <a:srgbClr val="C9C9C9"/>
              </a:solidFill>
              <a:prstDash val="solid"/>
              <a:miter lim="400000"/>
            </a:ln>
          </a:insideH>
          <a:insideV>
            <a:ln w="12700" cap="flat">
              <a:solidFill>
                <a:srgbClr val="C9C9C9"/>
              </a:solidFill>
              <a:prstDash val="solid"/>
              <a:miter lim="400000"/>
            </a:ln>
          </a:insideV>
        </a:tcBdr>
        <a:fill>
          <a:noFill/>
        </a:fill>
      </a:tcStyle>
    </a:firstCol>
    <a:lastRow>
      <a:tcTxStyle b="off" i="off">
        <a:font>
          <a:latin typeface="Helvetica Neue Medium"/>
          <a:ea typeface="Helvetica Neue Medium"/>
          <a:cs typeface="Helvetica Neue Medium"/>
        </a:font>
        <a:srgbClr val="555555"/>
      </a:tcTxStyle>
      <a:tcStyle>
        <a:tcBdr>
          <a:left>
            <a:ln w="12700" cap="flat">
              <a:solidFill>
                <a:srgbClr val="C9C9C9"/>
              </a:solidFill>
              <a:prstDash val="solid"/>
              <a:miter lim="400000"/>
            </a:ln>
          </a:left>
          <a:right>
            <a:ln w="12700" cap="flat">
              <a:solidFill>
                <a:srgbClr val="C9C9C9"/>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C9C9C9"/>
              </a:solidFill>
              <a:prstDash val="solid"/>
              <a:miter lim="400000"/>
            </a:ln>
          </a:insideH>
          <a:insideV>
            <a:ln w="12700" cap="flat">
              <a:solidFill>
                <a:srgbClr val="C9C9C9"/>
              </a:solidFill>
              <a:prstDash val="solid"/>
              <a:miter lim="400000"/>
            </a:ln>
          </a:insideV>
        </a:tcBdr>
        <a:fill>
          <a:noFill/>
        </a:fill>
      </a:tcStyle>
    </a:lastRow>
    <a:firstRow>
      <a:tcTxStyle b="off" i="off">
        <a:font>
          <a:latin typeface="Helvetica Neue Medium"/>
          <a:ea typeface="Helvetica Neue Medium"/>
          <a:cs typeface="Helvetica Neue Medium"/>
        </a:font>
        <a:srgbClr val="555555"/>
      </a:tcTxStyle>
      <a:tcStyle>
        <a:tcBdr>
          <a:left>
            <a:ln w="12700" cap="flat">
              <a:solidFill>
                <a:srgbClr val="C9C9C9"/>
              </a:solidFill>
              <a:prstDash val="solid"/>
              <a:miter lim="400000"/>
            </a:ln>
          </a:left>
          <a:right>
            <a:ln w="12700" cap="flat">
              <a:solidFill>
                <a:srgbClr val="C9C9C9"/>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C9C9C9"/>
              </a:solidFill>
              <a:prstDash val="solid"/>
              <a:miter lim="400000"/>
            </a:ln>
          </a:insideH>
          <a:insideV>
            <a:ln w="12700" cap="flat">
              <a:solidFill>
                <a:srgbClr val="C9C9C9"/>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2" d="100"/>
          <a:sy n="72" d="100"/>
        </p:scale>
        <p:origin x="792" y="60"/>
      </p:cViewPr>
      <p:guideLst>
        <p:guide orient="horz" pos="3072"/>
        <p:guide pos="5462"/>
      </p:guideLst>
    </p:cSldViewPr>
  </p:slideViewPr>
  <p:notesTextViewPr>
    <p:cViewPr>
      <p:scale>
        <a:sx n="1" d="1"/>
        <a:sy n="1" d="1"/>
      </p:scale>
      <p:origin x="0" y="0"/>
    </p:cViewPr>
  </p:notesTextViewPr>
  <p:sorterViewPr>
    <p:cViewPr>
      <p:scale>
        <a:sx n="70" d="100"/>
        <a:sy n="70" d="100"/>
      </p:scale>
      <p:origin x="0" y="45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381000" y="685800"/>
            <a:ext cx="6096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42178007"/>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xfrm>
            <a:off x="381000" y="685800"/>
            <a:ext cx="6096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43" name="Rectangle 3"/>
          <p:cNvSpPr>
            <a:spLocks noGrp="1" noChangeArrowheads="1"/>
          </p:cNvSpPr>
          <p:nvPr>
            <p:ph type="body" idx="1"/>
          </p:nvPr>
        </p:nvSpPr>
        <p:spPr bwMode="auto">
          <a:xfrm>
            <a:off x="686130" y="4344140"/>
            <a:ext cx="5485742" cy="411332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4508E-965F-3E89-7291-45F9AF7948BD}"/>
            </a:ext>
          </a:extLst>
        </p:cNvPr>
        <p:cNvGrpSpPr/>
        <p:nvPr/>
      </p:nvGrpSpPr>
      <p:grpSpPr>
        <a:xfrm>
          <a:off x="0" y="0"/>
          <a:ext cx="0" cy="0"/>
          <a:chOff x="0" y="0"/>
          <a:chExt cx="0" cy="0"/>
        </a:xfrm>
      </p:grpSpPr>
      <p:sp>
        <p:nvSpPr>
          <p:cNvPr id="46082" name="Rectangle 2">
            <a:extLst>
              <a:ext uri="{FF2B5EF4-FFF2-40B4-BE49-F238E27FC236}">
                <a16:creationId xmlns:a16="http://schemas.microsoft.com/office/drawing/2014/main" id="{B7892CFA-D937-08FB-7313-2FBC535F5D9E}"/>
              </a:ext>
            </a:extLst>
          </p:cNvPr>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871AA177-29BE-9788-CFB0-D2828F09DF46}"/>
              </a:ext>
            </a:extLst>
          </p:cNvPr>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extLst>
      <p:ext uri="{BB962C8B-B14F-4D97-AF65-F5344CB8AC3E}">
        <p14:creationId xmlns:p14="http://schemas.microsoft.com/office/powerpoint/2010/main" val="4230558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extLst>
      <p:ext uri="{BB962C8B-B14F-4D97-AF65-F5344CB8AC3E}">
        <p14:creationId xmlns:p14="http://schemas.microsoft.com/office/powerpoint/2010/main" val="1855611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bwMode="auto">
          <a:xfrm>
            <a:off x="588963" y="801688"/>
            <a:ext cx="5680075" cy="319563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noChangeArrowheads="1"/>
          </p:cNvSpPr>
          <p:nvPr>
            <p:ph type="body" idx="1"/>
          </p:nvPr>
        </p:nvSpPr>
        <p:spPr bwMode="auto">
          <a:xfrm>
            <a:off x="947738" y="4335121"/>
            <a:ext cx="4975225" cy="3852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3" name="Shape 33"/>
          <p:cNvSpPr>
            <a:spLocks noGrp="1"/>
          </p:cNvSpPr>
          <p:nvPr>
            <p:ph type="title"/>
          </p:nvPr>
        </p:nvSpPr>
        <p:spPr>
          <a:xfrm>
            <a:off x="762024" y="3289300"/>
            <a:ext cx="15816216" cy="3175000"/>
          </a:xfrm>
          <a:prstGeom prst="rect">
            <a:avLst/>
          </a:prstGeom>
        </p:spPr>
        <p:txBody>
          <a:bodyPr anchor="ctr"/>
          <a:lstStyle/>
          <a:p>
            <a:r>
              <a:t>Title Text</a:t>
            </a:r>
          </a:p>
        </p:txBody>
      </p:sp>
      <p:sp>
        <p:nvSpPr>
          <p:cNvPr id="34" name="Shape 34"/>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41" name="Shape 41"/>
          <p:cNvSpPr/>
          <p:nvPr/>
        </p:nvSpPr>
        <p:spPr>
          <a:xfrm>
            <a:off x="762023" y="4864100"/>
            <a:ext cx="7112852" cy="58"/>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42" name="Shape 42"/>
          <p:cNvSpPr>
            <a:spLocks noGrp="1"/>
          </p:cNvSpPr>
          <p:nvPr>
            <p:ph type="pic" idx="13"/>
          </p:nvPr>
        </p:nvSpPr>
        <p:spPr>
          <a:xfrm>
            <a:off x="8670131" y="0"/>
            <a:ext cx="8670132" cy="9753600"/>
          </a:xfrm>
          <a:prstGeom prst="rect">
            <a:avLst/>
          </a:prstGeom>
        </p:spPr>
        <p:txBody>
          <a:bodyPr lIns="91439" tIns="45719" rIns="91439" bIns="45719">
            <a:noAutofit/>
          </a:bodyPr>
          <a:lstStyle/>
          <a:p>
            <a:endParaRPr/>
          </a:p>
        </p:txBody>
      </p:sp>
      <p:sp>
        <p:nvSpPr>
          <p:cNvPr id="43" name="Shape 43"/>
          <p:cNvSpPr>
            <a:spLocks noGrp="1"/>
          </p:cNvSpPr>
          <p:nvPr>
            <p:ph type="title"/>
          </p:nvPr>
        </p:nvSpPr>
        <p:spPr>
          <a:xfrm>
            <a:off x="762023" y="1435100"/>
            <a:ext cx="7112217" cy="3175000"/>
          </a:xfrm>
          <a:prstGeom prst="rect">
            <a:avLst/>
          </a:prstGeom>
        </p:spPr>
        <p:txBody>
          <a:bodyPr/>
          <a:lstStyle/>
          <a:p>
            <a:r>
              <a:t>Title Text</a:t>
            </a:r>
          </a:p>
        </p:txBody>
      </p:sp>
      <p:sp>
        <p:nvSpPr>
          <p:cNvPr id="44" name="Shape 44"/>
          <p:cNvSpPr>
            <a:spLocks noGrp="1"/>
          </p:cNvSpPr>
          <p:nvPr>
            <p:ph type="body" sz="quarter" idx="1"/>
          </p:nvPr>
        </p:nvSpPr>
        <p:spPr>
          <a:xfrm>
            <a:off x="762023" y="5130800"/>
            <a:ext cx="7112217" cy="3175000"/>
          </a:xfrm>
          <a:prstGeom prst="rect">
            <a:avLst/>
          </a:prstGeom>
        </p:spPr>
        <p:txBody>
          <a:bodyPr/>
          <a:lstStyle>
            <a:lvl1pPr marL="0" indent="0">
              <a:spcBef>
                <a:spcPts val="0"/>
              </a:spcBef>
              <a:buSzTx/>
              <a:buFontTx/>
              <a:buNone/>
              <a:defRPr sz="2600">
                <a:latin typeface="Helvetica Neue"/>
                <a:ea typeface="Helvetica Neue"/>
                <a:cs typeface="Helvetica Neue"/>
                <a:sym typeface="Helvetica Neue"/>
              </a:defRPr>
            </a:lvl1pPr>
            <a:lvl2pPr marL="0" indent="228600">
              <a:spcBef>
                <a:spcPts val="0"/>
              </a:spcBef>
              <a:buSzTx/>
              <a:buFontTx/>
              <a:buNone/>
              <a:defRPr sz="2600">
                <a:latin typeface="Helvetica Neue"/>
                <a:ea typeface="Helvetica Neue"/>
                <a:cs typeface="Helvetica Neue"/>
                <a:sym typeface="Helvetica Neue"/>
              </a:defRPr>
            </a:lvl2pPr>
            <a:lvl3pPr marL="0" indent="457200">
              <a:spcBef>
                <a:spcPts val="0"/>
              </a:spcBef>
              <a:buSzTx/>
              <a:buFontTx/>
              <a:buNone/>
              <a:defRPr sz="2600">
                <a:latin typeface="Helvetica Neue"/>
                <a:ea typeface="Helvetica Neue"/>
                <a:cs typeface="Helvetica Neue"/>
                <a:sym typeface="Helvetica Neue"/>
              </a:defRPr>
            </a:lvl3pPr>
            <a:lvl4pPr marL="0" indent="685800">
              <a:spcBef>
                <a:spcPts val="0"/>
              </a:spcBef>
              <a:buSzTx/>
              <a:buFontTx/>
              <a:buNone/>
              <a:defRPr sz="2600">
                <a:latin typeface="Helvetica Neue"/>
                <a:ea typeface="Helvetica Neue"/>
                <a:cs typeface="Helvetica Neue"/>
                <a:sym typeface="Helvetica Neue"/>
              </a:defRPr>
            </a:lvl4pPr>
            <a:lvl5pPr marL="0" indent="914400">
              <a:spcBef>
                <a:spcPts val="0"/>
              </a:spcBef>
              <a:buSzTx/>
              <a:buFontTx/>
              <a:buNone/>
              <a:defRPr sz="2600">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45" name="Shape 4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Shape 52"/>
          <p:cNvSpPr>
            <a:spLocks noGrp="1"/>
          </p:cNvSpPr>
          <p:nvPr>
            <p:ph type="title"/>
          </p:nvPr>
        </p:nvSpPr>
        <p:spPr>
          <a:prstGeom prst="rect">
            <a:avLst/>
          </a:prstGeom>
        </p:spPr>
        <p:txBody>
          <a:bodyPr/>
          <a:lstStyle/>
          <a:p>
            <a:r>
              <a:t>Title Text</a:t>
            </a:r>
          </a:p>
        </p:txBody>
      </p:sp>
      <p:sp>
        <p:nvSpPr>
          <p:cNvPr id="53" name="Shape 5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Shape 60"/>
          <p:cNvSpPr>
            <a:spLocks noGrp="1"/>
          </p:cNvSpPr>
          <p:nvPr>
            <p:ph type="title"/>
          </p:nvPr>
        </p:nvSpPr>
        <p:spPr>
          <a:prstGeom prst="rect">
            <a:avLst/>
          </a:prstGeom>
        </p:spPr>
        <p:txBody>
          <a:bodyPr/>
          <a:lstStyle/>
          <a:p>
            <a:r>
              <a:t>Title Text</a:t>
            </a:r>
          </a:p>
        </p:txBody>
      </p:sp>
      <p:sp>
        <p:nvSpPr>
          <p:cNvPr id="61" name="Shape 61"/>
          <p:cNvSpPr>
            <a:spLocks noGrp="1"/>
          </p:cNvSpPr>
          <p:nvPr>
            <p:ph type="body" idx="1"/>
          </p:nvPr>
        </p:nvSpPr>
        <p:spPr>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62" name="Shape 6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80" name="Shape 80"/>
          <p:cNvSpPr>
            <a:spLocks noGrp="1"/>
          </p:cNvSpPr>
          <p:nvPr>
            <p:ph type="body" idx="1"/>
          </p:nvPr>
        </p:nvSpPr>
        <p:spPr>
          <a:xfrm>
            <a:off x="1185370" y="889000"/>
            <a:ext cx="14952590" cy="7962900"/>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81" name="Shape 8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8" name="Shape 88"/>
          <p:cNvSpPr/>
          <p:nvPr/>
        </p:nvSpPr>
        <p:spPr>
          <a:xfrm flipH="1">
            <a:off x="12073833" y="508001"/>
            <a:ext cx="171" cy="7975631"/>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89" name="Shape 89"/>
          <p:cNvSpPr/>
          <p:nvPr/>
        </p:nvSpPr>
        <p:spPr>
          <a:xfrm>
            <a:off x="12073831" y="4464051"/>
            <a:ext cx="4598144" cy="59"/>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90" name="Shape 90"/>
          <p:cNvSpPr>
            <a:spLocks noGrp="1"/>
          </p:cNvSpPr>
          <p:nvPr>
            <p:ph type="pic" sz="quarter" idx="13"/>
          </p:nvPr>
        </p:nvSpPr>
        <p:spPr>
          <a:xfrm>
            <a:off x="12293976" y="4622800"/>
            <a:ext cx="4368933" cy="3860800"/>
          </a:xfrm>
          <a:prstGeom prst="rect">
            <a:avLst/>
          </a:prstGeom>
        </p:spPr>
        <p:txBody>
          <a:bodyPr lIns="91439" tIns="45719" rIns="91439" bIns="45719">
            <a:noAutofit/>
          </a:bodyPr>
          <a:lstStyle/>
          <a:p>
            <a:endParaRPr/>
          </a:p>
        </p:txBody>
      </p:sp>
      <p:sp>
        <p:nvSpPr>
          <p:cNvPr id="91" name="Shape 91"/>
          <p:cNvSpPr>
            <a:spLocks noGrp="1"/>
          </p:cNvSpPr>
          <p:nvPr>
            <p:ph type="pic" sz="quarter" idx="14"/>
          </p:nvPr>
        </p:nvSpPr>
        <p:spPr>
          <a:xfrm>
            <a:off x="12293976" y="508000"/>
            <a:ext cx="4368933" cy="3797300"/>
          </a:xfrm>
          <a:prstGeom prst="rect">
            <a:avLst/>
          </a:prstGeom>
        </p:spPr>
        <p:txBody>
          <a:bodyPr lIns="91439" tIns="45719" rIns="91439" bIns="45719">
            <a:noAutofit/>
          </a:bodyPr>
          <a:lstStyle/>
          <a:p>
            <a:endParaRPr/>
          </a:p>
        </p:txBody>
      </p:sp>
      <p:sp>
        <p:nvSpPr>
          <p:cNvPr id="92" name="Shape 92"/>
          <p:cNvSpPr>
            <a:spLocks noGrp="1"/>
          </p:cNvSpPr>
          <p:nvPr>
            <p:ph type="pic" idx="15"/>
          </p:nvPr>
        </p:nvSpPr>
        <p:spPr>
          <a:xfrm>
            <a:off x="694288" y="508000"/>
            <a:ext cx="11159408" cy="7975600"/>
          </a:xfrm>
          <a:prstGeom prst="rect">
            <a:avLst/>
          </a:prstGeom>
        </p:spPr>
        <p:txBody>
          <a:bodyPr lIns="91439" tIns="45719" rIns="91439" bIns="45719">
            <a:noAutofit/>
          </a:bodyPr>
          <a:lstStyle/>
          <a:p>
            <a:endParaRPr/>
          </a:p>
        </p:txBody>
      </p:sp>
      <p:sp>
        <p:nvSpPr>
          <p:cNvPr id="93" name="Shape 93"/>
          <p:cNvSpPr>
            <a:spLocks noGrp="1"/>
          </p:cNvSpPr>
          <p:nvPr>
            <p:ph type="body" sz="quarter" idx="1"/>
          </p:nvPr>
        </p:nvSpPr>
        <p:spPr>
          <a:xfrm>
            <a:off x="694288" y="8661400"/>
            <a:ext cx="11159408" cy="939800"/>
          </a:xfrm>
          <a:prstGeom prst="rect">
            <a:avLst/>
          </a:prstGeom>
        </p:spPr>
        <p:txBody>
          <a:bodyPr/>
          <a:lstStyle>
            <a:lvl1pPr marL="0" indent="0">
              <a:spcBef>
                <a:spcPts val="0"/>
              </a:spcBef>
              <a:buSzTx/>
              <a:buFontTx/>
              <a:buNone/>
              <a:defRPr sz="2600">
                <a:latin typeface="Helvetica Neue"/>
                <a:ea typeface="Helvetica Neue"/>
                <a:cs typeface="Helvetica Neue"/>
                <a:sym typeface="Helvetica Neue"/>
              </a:defRPr>
            </a:lvl1pPr>
            <a:lvl2pPr marL="0" indent="228600">
              <a:spcBef>
                <a:spcPts val="0"/>
              </a:spcBef>
              <a:buSzTx/>
              <a:buFontTx/>
              <a:buNone/>
              <a:defRPr sz="2600">
                <a:latin typeface="Helvetica Neue"/>
                <a:ea typeface="Helvetica Neue"/>
                <a:cs typeface="Helvetica Neue"/>
                <a:sym typeface="Helvetica Neue"/>
              </a:defRPr>
            </a:lvl2pPr>
            <a:lvl3pPr marL="0" indent="457200">
              <a:spcBef>
                <a:spcPts val="0"/>
              </a:spcBef>
              <a:buSzTx/>
              <a:buFontTx/>
              <a:buNone/>
              <a:defRPr sz="2600">
                <a:latin typeface="Helvetica Neue"/>
                <a:ea typeface="Helvetica Neue"/>
                <a:cs typeface="Helvetica Neue"/>
                <a:sym typeface="Helvetica Neue"/>
              </a:defRPr>
            </a:lvl3pPr>
            <a:lvl4pPr marL="0" indent="685800">
              <a:spcBef>
                <a:spcPts val="0"/>
              </a:spcBef>
              <a:buSzTx/>
              <a:buFontTx/>
              <a:buNone/>
              <a:defRPr sz="2600">
                <a:latin typeface="Helvetica Neue"/>
                <a:ea typeface="Helvetica Neue"/>
                <a:cs typeface="Helvetica Neue"/>
                <a:sym typeface="Helvetica Neue"/>
              </a:defRPr>
            </a:lvl4pPr>
            <a:lvl5pPr marL="0" indent="914400">
              <a:spcBef>
                <a:spcPts val="0"/>
              </a:spcBef>
              <a:buSzTx/>
              <a:buFontTx/>
              <a:buNone/>
              <a:defRPr sz="2600">
                <a:latin typeface="Helvetica Neue"/>
                <a:ea typeface="Helvetica Neue"/>
                <a:cs typeface="Helvetica Neue"/>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94" name="Shape 94"/>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01" name="Shape 101"/>
          <p:cNvSpPr>
            <a:spLocks noGrp="1"/>
          </p:cNvSpPr>
          <p:nvPr>
            <p:ph type="body" sz="quarter" idx="13"/>
          </p:nvPr>
        </p:nvSpPr>
        <p:spPr>
          <a:xfrm>
            <a:off x="1693385" y="6362700"/>
            <a:ext cx="13953493" cy="498422"/>
          </a:xfrm>
          <a:prstGeom prst="rect">
            <a:avLst/>
          </a:prstGeom>
        </p:spPr>
        <p:txBody>
          <a:bodyPr>
            <a:spAutoFit/>
          </a:bodyPr>
          <a:lstStyle>
            <a:lvl1pPr marL="0" indent="0" algn="ctr" defTabSz="457200">
              <a:spcBef>
                <a:spcPts val="0"/>
              </a:spcBef>
              <a:buSzTx/>
              <a:buFontTx/>
              <a:buNone/>
              <a:defRPr sz="2600">
                <a:solidFill>
                  <a:srgbClr val="000000"/>
                </a:solidFill>
                <a:latin typeface="Helvetica Neue Medium"/>
                <a:ea typeface="Helvetica Neue Medium"/>
                <a:cs typeface="Helvetica Neue Medium"/>
                <a:sym typeface="Helvetica Neue Medium"/>
              </a:defRPr>
            </a:lvl1pPr>
          </a:lstStyle>
          <a:p>
            <a:r>
              <a:t>–Johnny Appleseed</a:t>
            </a:r>
          </a:p>
        </p:txBody>
      </p:sp>
      <p:sp>
        <p:nvSpPr>
          <p:cNvPr id="102" name="Shape 102"/>
          <p:cNvSpPr>
            <a:spLocks noGrp="1"/>
          </p:cNvSpPr>
          <p:nvPr>
            <p:ph type="body" sz="quarter" idx="14"/>
          </p:nvPr>
        </p:nvSpPr>
        <p:spPr>
          <a:xfrm>
            <a:off x="1693385" y="4292600"/>
            <a:ext cx="13953493" cy="711200"/>
          </a:xfrm>
          <a:prstGeom prst="rect">
            <a:avLst/>
          </a:prstGeom>
        </p:spPr>
        <p:txBody>
          <a:bodyPr anchor="ctr">
            <a:spAutoFit/>
          </a:bodyPr>
          <a:lstStyle>
            <a:lvl1pPr marL="0" indent="0" algn="ctr" defTabSz="457200">
              <a:spcBef>
                <a:spcPts val="2400"/>
              </a:spcBef>
              <a:buSzTx/>
              <a:buFontTx/>
              <a:buNone/>
              <a:defRPr sz="4000"/>
            </a:lvl1pPr>
          </a:lstStyle>
          <a:p>
            <a:r>
              <a:t>“Type a quote here.”</a:t>
            </a: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10" name="Shape 110"/>
          <p:cNvSpPr>
            <a:spLocks noGrp="1"/>
          </p:cNvSpPr>
          <p:nvPr>
            <p:ph type="pic" idx="13"/>
          </p:nvPr>
        </p:nvSpPr>
        <p:spPr>
          <a:xfrm>
            <a:off x="0" y="0"/>
            <a:ext cx="17340263" cy="9753600"/>
          </a:xfrm>
          <a:prstGeom prst="rect">
            <a:avLst/>
          </a:prstGeom>
        </p:spPr>
        <p:txBody>
          <a:bodyPr lIns="91439" tIns="45719" rIns="91439" bIns="45719">
            <a:noAutofit/>
          </a:bodyPr>
          <a:lstStyle/>
          <a:p>
            <a:endParaRPr/>
          </a:p>
        </p:txBody>
      </p:sp>
      <p:sp>
        <p:nvSpPr>
          <p:cNvPr id="111" name="Shape 1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8" name="Shape 1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67014" y="27095"/>
            <a:ext cx="5491084" cy="467361"/>
          </a:xfrm>
          <a:prstGeom prst="rect">
            <a:avLst/>
          </a:prstGeom>
        </p:spPr>
        <p:txBody>
          <a:bodyPr lIns="130046" tIns="65023" rIns="130046" bIns="65023"/>
          <a:lstStyle>
            <a:lvl1pPr>
              <a:defRPr/>
            </a:lvl1pPr>
          </a:lstStyle>
          <a:p>
            <a:pPr>
              <a:defRPr/>
            </a:pPr>
            <a:fld id="{2CDF4C1E-2C77-4154-ADD8-310B6460F8A9}" type="datetimeFigureOut">
              <a:rPr lang="en-US"/>
              <a:pPr>
                <a:defRPr/>
              </a:pPr>
              <a:t>1/14/2026</a:t>
            </a:fld>
            <a:endParaRPr lang="en-US"/>
          </a:p>
        </p:txBody>
      </p:sp>
      <p:sp>
        <p:nvSpPr>
          <p:cNvPr id="5" name="Footer Placeholder 4"/>
          <p:cNvSpPr>
            <a:spLocks noGrp="1"/>
          </p:cNvSpPr>
          <p:nvPr>
            <p:ph type="ftr" sz="quarter" idx="11"/>
          </p:nvPr>
        </p:nvSpPr>
        <p:spPr>
          <a:xfrm>
            <a:off x="6502599" y="27095"/>
            <a:ext cx="7803118" cy="467361"/>
          </a:xfrm>
          <a:prstGeom prst="rect">
            <a:avLst/>
          </a:prstGeom>
        </p:spPr>
        <p:txBody>
          <a:bodyPr lIns="130046" tIns="65023" rIns="130046" bIns="65023"/>
          <a:lstStyle>
            <a:lvl1pPr>
              <a:defRPr/>
            </a:lvl1pPr>
          </a:lstStyle>
          <a:p>
            <a:pPr>
              <a:defRPr/>
            </a:pPr>
            <a:endParaRPr lang="en-US"/>
          </a:p>
        </p:txBody>
      </p:sp>
      <p:sp>
        <p:nvSpPr>
          <p:cNvPr id="6" name="Slide Number Placeholder 5"/>
          <p:cNvSpPr>
            <a:spLocks noGrp="1"/>
          </p:cNvSpPr>
          <p:nvPr>
            <p:ph type="sldNum" sz="quarter" idx="12"/>
          </p:nvPr>
        </p:nvSpPr>
        <p:spPr>
          <a:xfrm>
            <a:off x="16453531" y="9194800"/>
            <a:ext cx="320601" cy="318036"/>
          </a:xfrm>
        </p:spPr>
        <p:txBody>
          <a:bodyPr/>
          <a:lstStyle>
            <a:lvl1pPr>
              <a:defRPr/>
            </a:lvl1pPr>
          </a:lstStyle>
          <a:p>
            <a:pPr>
              <a:defRPr/>
            </a:pPr>
            <a:fld id="{9A535430-8769-424E-9E74-CCA21C0C7F8F}" type="slidenum">
              <a:rPr lang="en-GB" altLang="en-US"/>
              <a:pPr>
                <a:defRPr/>
              </a:pPr>
              <a:t>‹#›</a:t>
            </a:fld>
            <a:endParaRPr lang="en-GB" altLang="en-US"/>
          </a:p>
        </p:txBody>
      </p:sp>
    </p:spTree>
    <p:extLst>
      <p:ext uri="{BB962C8B-B14F-4D97-AF65-F5344CB8AC3E}">
        <p14:creationId xmlns:p14="http://schemas.microsoft.com/office/powerpoint/2010/main" val="3596142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A0A9A-5A32-4593-81BF-7A4D533C68A5}"/>
              </a:ext>
            </a:extLst>
          </p:cNvPr>
          <p:cNvSpPr>
            <a:spLocks noGrp="1"/>
          </p:cNvSpPr>
          <p:nvPr>
            <p:ph type="ctrTitle"/>
          </p:nvPr>
        </p:nvSpPr>
        <p:spPr>
          <a:xfrm>
            <a:off x="2167533" y="1596249"/>
            <a:ext cx="13005197" cy="3395698"/>
          </a:xfrm>
        </p:spPr>
        <p:txBody>
          <a:bodyPr anchor="b"/>
          <a:lstStyle>
            <a:lvl1pPr algn="ctr">
              <a:defRPr sz="8533"/>
            </a:lvl1pPr>
          </a:lstStyle>
          <a:p>
            <a:r>
              <a:rPr lang="en-US"/>
              <a:t>Click to edit Master title style</a:t>
            </a:r>
            <a:endParaRPr lang="en-GB"/>
          </a:p>
        </p:txBody>
      </p:sp>
      <p:sp>
        <p:nvSpPr>
          <p:cNvPr id="3" name="Subtitle 2">
            <a:extLst>
              <a:ext uri="{FF2B5EF4-FFF2-40B4-BE49-F238E27FC236}">
                <a16:creationId xmlns:a16="http://schemas.microsoft.com/office/drawing/2014/main" id="{3DD6F9C5-FD27-496E-8906-99D033ECC749}"/>
              </a:ext>
            </a:extLst>
          </p:cNvPr>
          <p:cNvSpPr>
            <a:spLocks noGrp="1"/>
          </p:cNvSpPr>
          <p:nvPr>
            <p:ph type="subTitle" idx="1"/>
          </p:nvPr>
        </p:nvSpPr>
        <p:spPr>
          <a:xfrm>
            <a:off x="2167533" y="5122898"/>
            <a:ext cx="13005197" cy="2354862"/>
          </a:xfrm>
        </p:spPr>
        <p:txBody>
          <a:bodyPr/>
          <a:lstStyle>
            <a:lvl1pPr marL="0" indent="0" algn="ctr">
              <a:buNone/>
              <a:defRPr sz="3413"/>
            </a:lvl1pPr>
            <a:lvl2pPr marL="650230" indent="0" algn="ctr">
              <a:buNone/>
              <a:defRPr sz="2844"/>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C70E7B9-9427-49F7-94B8-73402D058D42}"/>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F322A779-2191-4F03-9A52-EDD42BA66E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EA21F7-1D82-452D-8F4F-664044064350}"/>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82281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641A-97F0-42B6-ACCC-6405AF1FA69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25DC22D-E4D1-46FB-BE82-21D3347D54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A53530-F369-4E3E-A34D-F1F76F225C3D}"/>
              </a:ext>
            </a:extLst>
          </p:cNvPr>
          <p:cNvSpPr>
            <a:spLocks noGrp="1"/>
          </p:cNvSpPr>
          <p:nvPr>
            <p:ph type="dt" sz="half" idx="10"/>
          </p:nvPr>
        </p:nvSpPr>
        <p:spPr/>
        <p:txBody>
          <a:bodyPr/>
          <a:lstStyle/>
          <a:p>
            <a:pPr>
              <a:defRPr/>
            </a:pPr>
            <a:fld id="{2CDF4C1E-2C77-4154-ADD8-310B6460F8A9}" type="datetimeFigureOut">
              <a:rPr lang="en-US" smtClean="0"/>
              <a:pPr>
                <a:defRPr/>
              </a:pPr>
              <a:t>1/14/2026</a:t>
            </a:fld>
            <a:endParaRPr lang="en-US"/>
          </a:p>
        </p:txBody>
      </p:sp>
      <p:sp>
        <p:nvSpPr>
          <p:cNvPr id="5" name="Footer Placeholder 4">
            <a:extLst>
              <a:ext uri="{FF2B5EF4-FFF2-40B4-BE49-F238E27FC236}">
                <a16:creationId xmlns:a16="http://schemas.microsoft.com/office/drawing/2014/main" id="{676CD6DD-2839-4E32-9CF3-7A01DCF079F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CDE34A2-73A4-447B-B360-C67DAA58E5F1}"/>
              </a:ext>
            </a:extLst>
          </p:cNvPr>
          <p:cNvSpPr>
            <a:spLocks noGrp="1"/>
          </p:cNvSpPr>
          <p:nvPr>
            <p:ph type="sldNum" sz="quarter" idx="12"/>
          </p:nvPr>
        </p:nvSpPr>
        <p:spPr/>
        <p:txBody>
          <a:bodyPr/>
          <a:lstStyle/>
          <a:p>
            <a:pPr>
              <a:defRPr/>
            </a:pPr>
            <a:fld id="{9A535430-8769-424E-9E74-CCA21C0C7F8F}" type="slidenum">
              <a:rPr lang="en-GB" altLang="en-US" smtClean="0"/>
              <a:pPr>
                <a:defRPr/>
              </a:pPr>
              <a:t>‹#›</a:t>
            </a:fld>
            <a:endParaRPr lang="en-GB" altLang="en-US"/>
          </a:p>
        </p:txBody>
      </p:sp>
    </p:spTree>
    <p:extLst>
      <p:ext uri="{BB962C8B-B14F-4D97-AF65-F5344CB8AC3E}">
        <p14:creationId xmlns:p14="http://schemas.microsoft.com/office/powerpoint/2010/main" val="3958773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AD0ED-88C8-4CF4-B088-CA2E2F14B21A}"/>
              </a:ext>
            </a:extLst>
          </p:cNvPr>
          <p:cNvSpPr>
            <a:spLocks noGrp="1"/>
          </p:cNvSpPr>
          <p:nvPr>
            <p:ph type="title"/>
          </p:nvPr>
        </p:nvSpPr>
        <p:spPr>
          <a:xfrm>
            <a:off x="1183112" y="2431628"/>
            <a:ext cx="14955977" cy="4057226"/>
          </a:xfrm>
        </p:spPr>
        <p:txBody>
          <a:bodyPr anchor="b"/>
          <a:lstStyle>
            <a:lvl1pPr>
              <a:defRPr sz="8533"/>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26042B5-E91F-4EAF-80DE-AA39FA2D058B}"/>
              </a:ext>
            </a:extLst>
          </p:cNvPr>
          <p:cNvSpPr>
            <a:spLocks noGrp="1"/>
          </p:cNvSpPr>
          <p:nvPr>
            <p:ph type="body" idx="1"/>
          </p:nvPr>
        </p:nvSpPr>
        <p:spPr>
          <a:xfrm>
            <a:off x="1183112" y="6527237"/>
            <a:ext cx="14955977" cy="2133599"/>
          </a:xfrm>
        </p:spPr>
        <p:txBody>
          <a:bodyPr/>
          <a:lstStyle>
            <a:lvl1pPr marL="0" indent="0">
              <a:buNone/>
              <a:defRPr sz="3413">
                <a:solidFill>
                  <a:schemeClr val="tx1">
                    <a:tint val="75000"/>
                  </a:schemeClr>
                </a:solidFill>
              </a:defRPr>
            </a:lvl1pPr>
            <a:lvl2pPr marL="650230" indent="0">
              <a:buNone/>
              <a:defRPr sz="2844">
                <a:solidFill>
                  <a:schemeClr val="tx1">
                    <a:tint val="75000"/>
                  </a:schemeClr>
                </a:solidFill>
              </a:defRPr>
            </a:lvl2pPr>
            <a:lvl3pPr marL="1300460" indent="0">
              <a:buNone/>
              <a:defRPr sz="2560">
                <a:solidFill>
                  <a:schemeClr val="tx1">
                    <a:tint val="75000"/>
                  </a:schemeClr>
                </a:solidFill>
              </a:defRPr>
            </a:lvl3pPr>
            <a:lvl4pPr marL="1950690" indent="0">
              <a:buNone/>
              <a:defRPr sz="2276">
                <a:solidFill>
                  <a:schemeClr val="tx1">
                    <a:tint val="75000"/>
                  </a:schemeClr>
                </a:solidFill>
              </a:defRPr>
            </a:lvl4pPr>
            <a:lvl5pPr marL="2600919" indent="0">
              <a:buNone/>
              <a:defRPr sz="2276">
                <a:solidFill>
                  <a:schemeClr val="tx1">
                    <a:tint val="75000"/>
                  </a:schemeClr>
                </a:solidFill>
              </a:defRPr>
            </a:lvl5pPr>
            <a:lvl6pPr marL="3251149" indent="0">
              <a:buNone/>
              <a:defRPr sz="2276">
                <a:solidFill>
                  <a:schemeClr val="tx1">
                    <a:tint val="75000"/>
                  </a:schemeClr>
                </a:solidFill>
              </a:defRPr>
            </a:lvl6pPr>
            <a:lvl7pPr marL="3901379" indent="0">
              <a:buNone/>
              <a:defRPr sz="2276">
                <a:solidFill>
                  <a:schemeClr val="tx1">
                    <a:tint val="75000"/>
                  </a:schemeClr>
                </a:solidFill>
              </a:defRPr>
            </a:lvl7pPr>
            <a:lvl8pPr marL="4551609" indent="0">
              <a:buNone/>
              <a:defRPr sz="2276">
                <a:solidFill>
                  <a:schemeClr val="tx1">
                    <a:tint val="75000"/>
                  </a:schemeClr>
                </a:solidFill>
              </a:defRPr>
            </a:lvl8pPr>
            <a:lvl9pPr marL="5201839" indent="0">
              <a:buNone/>
              <a:defRPr sz="2276">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99024-EA75-4689-8956-9268582E0A50}"/>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D436AE88-6A54-4018-B3FA-F95711691C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B2179F-AFE7-44BD-8412-406E6BD2C358}"/>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297139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49F5C-F1A7-4F26-9AD3-639EAA93710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B4D0D8-81ED-47AA-A00D-75343AF077EA}"/>
              </a:ext>
            </a:extLst>
          </p:cNvPr>
          <p:cNvSpPr>
            <a:spLocks noGrp="1"/>
          </p:cNvSpPr>
          <p:nvPr>
            <p:ph sz="half" idx="1"/>
          </p:nvPr>
        </p:nvSpPr>
        <p:spPr>
          <a:xfrm>
            <a:off x="1192143" y="2596444"/>
            <a:ext cx="7369612" cy="61885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ECE7F04-184F-4769-95D3-5E99562BE925}"/>
              </a:ext>
            </a:extLst>
          </p:cNvPr>
          <p:cNvSpPr>
            <a:spLocks noGrp="1"/>
          </p:cNvSpPr>
          <p:nvPr>
            <p:ph sz="half" idx="2"/>
          </p:nvPr>
        </p:nvSpPr>
        <p:spPr>
          <a:xfrm>
            <a:off x="8778508" y="2596444"/>
            <a:ext cx="7369612" cy="61885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A8809E9-DBA0-450A-9F49-B0645A8CA069}"/>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6" name="Footer Placeholder 5">
            <a:extLst>
              <a:ext uri="{FF2B5EF4-FFF2-40B4-BE49-F238E27FC236}">
                <a16:creationId xmlns:a16="http://schemas.microsoft.com/office/drawing/2014/main" id="{4B58E6DE-BAD5-4E87-9B35-4B5CC2F5F5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BC516A-E742-4728-B950-BF5CD0CA5A58}"/>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798282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00E1-B67E-42E6-B19A-677AD1D1724C}"/>
              </a:ext>
            </a:extLst>
          </p:cNvPr>
          <p:cNvSpPr>
            <a:spLocks noGrp="1"/>
          </p:cNvSpPr>
          <p:nvPr>
            <p:ph type="title"/>
          </p:nvPr>
        </p:nvSpPr>
        <p:spPr>
          <a:xfrm>
            <a:off x="1194402" y="519290"/>
            <a:ext cx="14955977" cy="188524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7BE299C-7F58-4AA5-91E5-B8C640F3442E}"/>
              </a:ext>
            </a:extLst>
          </p:cNvPr>
          <p:cNvSpPr>
            <a:spLocks noGrp="1"/>
          </p:cNvSpPr>
          <p:nvPr>
            <p:ph type="body" idx="1"/>
          </p:nvPr>
        </p:nvSpPr>
        <p:spPr>
          <a:xfrm>
            <a:off x="1194403" y="2390987"/>
            <a:ext cx="7335743"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4" name="Content Placeholder 3">
            <a:extLst>
              <a:ext uri="{FF2B5EF4-FFF2-40B4-BE49-F238E27FC236}">
                <a16:creationId xmlns:a16="http://schemas.microsoft.com/office/drawing/2014/main" id="{5BCA4A4E-35BE-487F-87F7-334E038B186E}"/>
              </a:ext>
            </a:extLst>
          </p:cNvPr>
          <p:cNvSpPr>
            <a:spLocks noGrp="1"/>
          </p:cNvSpPr>
          <p:nvPr>
            <p:ph sz="half" idx="2"/>
          </p:nvPr>
        </p:nvSpPr>
        <p:spPr>
          <a:xfrm>
            <a:off x="1194403" y="3562773"/>
            <a:ext cx="7335743" cy="5240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4DB2BFE-F854-41AF-B915-17811678B1BC}"/>
              </a:ext>
            </a:extLst>
          </p:cNvPr>
          <p:cNvSpPr>
            <a:spLocks noGrp="1"/>
          </p:cNvSpPr>
          <p:nvPr>
            <p:ph type="body" sz="quarter" idx="3"/>
          </p:nvPr>
        </p:nvSpPr>
        <p:spPr>
          <a:xfrm>
            <a:off x="8778508" y="2390987"/>
            <a:ext cx="7371870" cy="1171786"/>
          </a:xfrm>
        </p:spPr>
        <p:txBody>
          <a:bodyPr anchor="b"/>
          <a:lstStyle>
            <a:lvl1pPr marL="0" indent="0">
              <a:buNone/>
              <a:defRPr sz="3413" b="1"/>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Click to edit Master text styles</a:t>
            </a:r>
          </a:p>
        </p:txBody>
      </p:sp>
      <p:sp>
        <p:nvSpPr>
          <p:cNvPr id="6" name="Content Placeholder 5">
            <a:extLst>
              <a:ext uri="{FF2B5EF4-FFF2-40B4-BE49-F238E27FC236}">
                <a16:creationId xmlns:a16="http://schemas.microsoft.com/office/drawing/2014/main" id="{EF8FE39F-C863-4122-952A-FF8D61058906}"/>
              </a:ext>
            </a:extLst>
          </p:cNvPr>
          <p:cNvSpPr>
            <a:spLocks noGrp="1"/>
          </p:cNvSpPr>
          <p:nvPr>
            <p:ph sz="quarter" idx="4"/>
          </p:nvPr>
        </p:nvSpPr>
        <p:spPr>
          <a:xfrm>
            <a:off x="8778508" y="3562773"/>
            <a:ext cx="7371870" cy="5240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5DB1546-84C1-4A1F-8A10-FE88F29C8905}"/>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8" name="Footer Placeholder 7">
            <a:extLst>
              <a:ext uri="{FF2B5EF4-FFF2-40B4-BE49-F238E27FC236}">
                <a16:creationId xmlns:a16="http://schemas.microsoft.com/office/drawing/2014/main" id="{6812BF4F-F994-4D3D-9B0D-36EB6E846D7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1000D7E-1F66-4284-95EB-B575028C3D7C}"/>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543241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AFA3-B026-434E-9C43-8F5DE54EDE7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6F7204-275D-4CE2-85BE-07F4367B43D2}"/>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4" name="Footer Placeholder 3">
            <a:extLst>
              <a:ext uri="{FF2B5EF4-FFF2-40B4-BE49-F238E27FC236}">
                <a16:creationId xmlns:a16="http://schemas.microsoft.com/office/drawing/2014/main" id="{96A1DDF3-BB15-460C-B274-C002A022173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F587B5F-DCFF-453A-8E20-EC2931F419E6}"/>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2943537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A35630-C51A-4742-BC91-78CBC86236DE}"/>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3" name="Footer Placeholder 2">
            <a:extLst>
              <a:ext uri="{FF2B5EF4-FFF2-40B4-BE49-F238E27FC236}">
                <a16:creationId xmlns:a16="http://schemas.microsoft.com/office/drawing/2014/main" id="{276CC7D6-6325-4247-B5EF-48C0E29D33D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68C1E70-502B-488E-A867-419DBCD3BE83}"/>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0913796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17E9-64CE-435A-910C-8003283331D3}"/>
              </a:ext>
            </a:extLst>
          </p:cNvPr>
          <p:cNvSpPr>
            <a:spLocks noGrp="1"/>
          </p:cNvSpPr>
          <p:nvPr>
            <p:ph type="title"/>
          </p:nvPr>
        </p:nvSpPr>
        <p:spPr>
          <a:xfrm>
            <a:off x="1194402" y="650240"/>
            <a:ext cx="5592686" cy="2275840"/>
          </a:xfrm>
        </p:spPr>
        <p:txBody>
          <a:bodyPr anchor="b"/>
          <a:lstStyle>
            <a:lvl1pPr>
              <a:defRPr sz="4551"/>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F19F047-267F-4F2C-BED6-2F75BFCD286C}"/>
              </a:ext>
            </a:extLst>
          </p:cNvPr>
          <p:cNvSpPr>
            <a:spLocks noGrp="1"/>
          </p:cNvSpPr>
          <p:nvPr>
            <p:ph idx="1"/>
          </p:nvPr>
        </p:nvSpPr>
        <p:spPr>
          <a:xfrm>
            <a:off x="7371870" y="1404338"/>
            <a:ext cx="8778508" cy="6931378"/>
          </a:xfrm>
        </p:spPr>
        <p:txBody>
          <a:bodyPr/>
          <a:lstStyle>
            <a:lvl1pPr>
              <a:defRPr sz="4551"/>
            </a:lvl1pPr>
            <a:lvl2pPr>
              <a:defRPr sz="3982"/>
            </a:lvl2pPr>
            <a:lvl3pPr>
              <a:defRPr sz="3413"/>
            </a:lvl3pPr>
            <a:lvl4pPr>
              <a:defRPr sz="2844"/>
            </a:lvl4pPr>
            <a:lvl5pPr>
              <a:defRPr sz="2844"/>
            </a:lvl5pPr>
            <a:lvl6pPr>
              <a:defRPr sz="2844"/>
            </a:lvl6pPr>
            <a:lvl7pPr>
              <a:defRPr sz="2844"/>
            </a:lvl7pPr>
            <a:lvl8pPr>
              <a:defRPr sz="2844"/>
            </a:lvl8pPr>
            <a:lvl9pPr>
              <a:defRPr sz="284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6516E6-49C6-49D1-95CA-C6EFCEED6445}"/>
              </a:ext>
            </a:extLst>
          </p:cNvPr>
          <p:cNvSpPr>
            <a:spLocks noGrp="1"/>
          </p:cNvSpPr>
          <p:nvPr>
            <p:ph type="body" sz="half" idx="2"/>
          </p:nvPr>
        </p:nvSpPr>
        <p:spPr>
          <a:xfrm>
            <a:off x="1194402" y="2926080"/>
            <a:ext cx="55926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5" name="Date Placeholder 4">
            <a:extLst>
              <a:ext uri="{FF2B5EF4-FFF2-40B4-BE49-F238E27FC236}">
                <a16:creationId xmlns:a16="http://schemas.microsoft.com/office/drawing/2014/main" id="{436084ED-187C-4958-B8AC-8AD405B12CD2}"/>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6" name="Footer Placeholder 5">
            <a:extLst>
              <a:ext uri="{FF2B5EF4-FFF2-40B4-BE49-F238E27FC236}">
                <a16:creationId xmlns:a16="http://schemas.microsoft.com/office/drawing/2014/main" id="{BB37323D-19EF-4E3F-BC4C-55D733013B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1AB75B2-6DCE-48E9-BB49-8BCBF5008779}"/>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070336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18752-0F07-4D73-A575-491D80F4E2B9}"/>
              </a:ext>
            </a:extLst>
          </p:cNvPr>
          <p:cNvSpPr>
            <a:spLocks noGrp="1"/>
          </p:cNvSpPr>
          <p:nvPr>
            <p:ph type="title"/>
          </p:nvPr>
        </p:nvSpPr>
        <p:spPr>
          <a:xfrm>
            <a:off x="1194402" y="650240"/>
            <a:ext cx="5592686" cy="2275840"/>
          </a:xfrm>
        </p:spPr>
        <p:txBody>
          <a:bodyPr anchor="b"/>
          <a:lstStyle>
            <a:lvl1pPr>
              <a:defRPr sz="4551"/>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2FC18B2-08E8-4538-B9BC-E68E695855D9}"/>
              </a:ext>
            </a:extLst>
          </p:cNvPr>
          <p:cNvSpPr>
            <a:spLocks noGrp="1"/>
          </p:cNvSpPr>
          <p:nvPr>
            <p:ph type="pic" idx="1"/>
          </p:nvPr>
        </p:nvSpPr>
        <p:spPr>
          <a:xfrm>
            <a:off x="7371870" y="1404338"/>
            <a:ext cx="8778508" cy="6931378"/>
          </a:xfrm>
        </p:spPr>
        <p:txBody>
          <a:bodyPr/>
          <a:lstStyle>
            <a:lvl1pPr marL="0" indent="0">
              <a:buNone/>
              <a:defRPr sz="4551"/>
            </a:lvl1pPr>
            <a:lvl2pPr marL="650230" indent="0">
              <a:buNone/>
              <a:defRPr sz="3982"/>
            </a:lvl2pPr>
            <a:lvl3pPr marL="1300460" indent="0">
              <a:buNone/>
              <a:defRPr sz="3413"/>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endParaRPr lang="en-GB"/>
          </a:p>
        </p:txBody>
      </p:sp>
      <p:sp>
        <p:nvSpPr>
          <p:cNvPr id="4" name="Text Placeholder 3">
            <a:extLst>
              <a:ext uri="{FF2B5EF4-FFF2-40B4-BE49-F238E27FC236}">
                <a16:creationId xmlns:a16="http://schemas.microsoft.com/office/drawing/2014/main" id="{268BEB96-90B3-4F48-B654-836376968AC4}"/>
              </a:ext>
            </a:extLst>
          </p:cNvPr>
          <p:cNvSpPr>
            <a:spLocks noGrp="1"/>
          </p:cNvSpPr>
          <p:nvPr>
            <p:ph type="body" sz="half" idx="2"/>
          </p:nvPr>
        </p:nvSpPr>
        <p:spPr>
          <a:xfrm>
            <a:off x="1194402" y="2926080"/>
            <a:ext cx="5592686" cy="5420925"/>
          </a:xfrm>
        </p:spPr>
        <p:txBody>
          <a:bodyPr/>
          <a:lstStyle>
            <a:lvl1pPr marL="0" indent="0">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a:t>Click to edit Master text styles</a:t>
            </a:r>
          </a:p>
        </p:txBody>
      </p:sp>
      <p:sp>
        <p:nvSpPr>
          <p:cNvPr id="5" name="Date Placeholder 4">
            <a:extLst>
              <a:ext uri="{FF2B5EF4-FFF2-40B4-BE49-F238E27FC236}">
                <a16:creationId xmlns:a16="http://schemas.microsoft.com/office/drawing/2014/main" id="{A032EAF7-F641-4BA2-B8E5-E9CA494AA5D5}"/>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6" name="Footer Placeholder 5">
            <a:extLst>
              <a:ext uri="{FF2B5EF4-FFF2-40B4-BE49-F238E27FC236}">
                <a16:creationId xmlns:a16="http://schemas.microsoft.com/office/drawing/2014/main" id="{B97ED160-FCF3-49A7-90D1-E57BEEF88B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614060-35CA-44EA-A4EA-256EE7C231C5}"/>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455708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5C79D-573E-43CA-AF45-75224033E6C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269DFD4-0658-4D54-A63C-43585DCCD0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932EF1-0AEE-4C69-BB0F-A1ACC8C35257}"/>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C0DD114A-8503-47E6-B1BB-BB12E9F354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A5D1E0-BAE3-4157-8DF6-8018023AE45B}"/>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1760014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D2F404-59AD-4432-91A6-DC800CD51B3B}"/>
              </a:ext>
            </a:extLst>
          </p:cNvPr>
          <p:cNvSpPr>
            <a:spLocks noGrp="1"/>
          </p:cNvSpPr>
          <p:nvPr>
            <p:ph type="title" orient="vert"/>
          </p:nvPr>
        </p:nvSpPr>
        <p:spPr>
          <a:xfrm>
            <a:off x="12409126" y="519289"/>
            <a:ext cx="3738994" cy="8265725"/>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C0C78BB-D0E3-4EBF-B755-9592237994FE}"/>
              </a:ext>
            </a:extLst>
          </p:cNvPr>
          <p:cNvSpPr>
            <a:spLocks noGrp="1"/>
          </p:cNvSpPr>
          <p:nvPr>
            <p:ph type="body" orient="vert" idx="1"/>
          </p:nvPr>
        </p:nvSpPr>
        <p:spPr>
          <a:xfrm>
            <a:off x="1192143" y="519289"/>
            <a:ext cx="11000229" cy="82657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5CFD3F-5C8C-443C-AC5B-30F49139DA9C}"/>
              </a:ext>
            </a:extLst>
          </p:cNvPr>
          <p:cNvSpPr>
            <a:spLocks noGrp="1"/>
          </p:cNvSpPr>
          <p:nvPr>
            <p:ph type="dt" sz="half" idx="10"/>
          </p:nvPr>
        </p:nvSpPr>
        <p:spPr/>
        <p:txBody>
          <a:body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6FFE8B29-0AAA-47B9-A833-2C66412F7A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52BF19-EED0-4D4E-8EC9-AD0CC6B6EF22}"/>
              </a:ext>
            </a:extLst>
          </p:cNvPr>
          <p:cNvSpPr>
            <a:spLocks noGrp="1"/>
          </p:cNvSpPr>
          <p:nvPr>
            <p:ph type="sldNum" sz="quarter" idx="12"/>
          </p:nvPr>
        </p:nvSpPr>
        <p:spPr/>
        <p:txBody>
          <a:bodyPr/>
          <a:lstStyle/>
          <a:p>
            <a:fld id="{86CB4B4D-7CA3-9044-876B-883B54F8677D}" type="slidenum">
              <a:rPr lang="en-GB" smtClean="0"/>
              <a:t>‹#›</a:t>
            </a:fld>
            <a:endParaRPr lang="en-GB"/>
          </a:p>
        </p:txBody>
      </p:sp>
    </p:spTree>
    <p:extLst>
      <p:ext uri="{BB962C8B-B14F-4D97-AF65-F5344CB8AC3E}">
        <p14:creationId xmlns:p14="http://schemas.microsoft.com/office/powerpoint/2010/main" val="3676917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BEA"/>
        </a:solidFill>
        <a:effectLst/>
      </p:bgPr>
    </p:bg>
    <p:spTree>
      <p:nvGrpSpPr>
        <p:cNvPr id="1" name=""/>
        <p:cNvGrpSpPr/>
        <p:nvPr/>
      </p:nvGrpSpPr>
      <p:grpSpPr>
        <a:xfrm>
          <a:off x="0" y="0"/>
          <a:ext cx="0" cy="0"/>
          <a:chOff x="0" y="0"/>
          <a:chExt cx="0" cy="0"/>
        </a:xfrm>
      </p:grpSpPr>
      <p:sp>
        <p:nvSpPr>
          <p:cNvPr id="2" name="Shape 2"/>
          <p:cNvSpPr/>
          <p:nvPr/>
        </p:nvSpPr>
        <p:spPr>
          <a:xfrm>
            <a:off x="762023" y="1968501"/>
            <a:ext cx="15824625" cy="129"/>
          </a:xfrm>
          <a:prstGeom prst="line">
            <a:avLst/>
          </a:prstGeom>
          <a:ln w="12700">
            <a:solidFill>
              <a:srgbClr val="9A9A9A"/>
            </a:solidFill>
            <a:miter lim="400000"/>
          </a:ln>
        </p:spPr>
        <p:txBody>
          <a:bodyPr lIns="50800" tIns="50800" rIns="50800" bIns="50800" anchor="ctr"/>
          <a:lstStyle/>
          <a:p>
            <a:pPr algn="l" defTabSz="457200">
              <a:defRPr sz="1200">
                <a:latin typeface="Helvetica"/>
                <a:ea typeface="Helvetica"/>
                <a:cs typeface="Helvetica"/>
                <a:sym typeface="Helvetica"/>
              </a:defRPr>
            </a:pPr>
            <a:endParaRPr sz="1200"/>
          </a:p>
        </p:txBody>
      </p:sp>
      <p:sp>
        <p:nvSpPr>
          <p:cNvPr id="3" name="Shape 3"/>
          <p:cNvSpPr>
            <a:spLocks noGrp="1"/>
          </p:cNvSpPr>
          <p:nvPr>
            <p:ph type="title"/>
          </p:nvPr>
        </p:nvSpPr>
        <p:spPr>
          <a:xfrm>
            <a:off x="762024" y="330200"/>
            <a:ext cx="15816216" cy="1397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b">
            <a:normAutofit/>
          </a:bodyPr>
          <a:lstStyle/>
          <a:p>
            <a:r>
              <a:rPr dirty="0"/>
              <a:t>Title Text</a:t>
            </a:r>
          </a:p>
        </p:txBody>
      </p:sp>
      <p:sp>
        <p:nvSpPr>
          <p:cNvPr id="4" name="Shape 4"/>
          <p:cNvSpPr>
            <a:spLocks noGrp="1"/>
          </p:cNvSpPr>
          <p:nvPr>
            <p:ph type="body" idx="1"/>
          </p:nvPr>
        </p:nvSpPr>
        <p:spPr>
          <a:xfrm>
            <a:off x="762024" y="2222500"/>
            <a:ext cx="15816216" cy="66675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hape 5"/>
          <p:cNvSpPr>
            <a:spLocks noGrp="1"/>
          </p:cNvSpPr>
          <p:nvPr>
            <p:ph type="sldNum" sz="quarter" idx="2"/>
          </p:nvPr>
        </p:nvSpPr>
        <p:spPr>
          <a:xfrm>
            <a:off x="16453531" y="9194800"/>
            <a:ext cx="320601" cy="318036"/>
          </a:xfrm>
          <a:prstGeom prst="rect">
            <a:avLst/>
          </a:prstGeom>
          <a:ln w="12700">
            <a:miter lim="400000"/>
          </a:ln>
        </p:spPr>
        <p:txBody>
          <a:bodyPr wrap="none" lIns="50800" tIns="50800" rIns="50800" bIns="50800">
            <a:spAutoFit/>
          </a:bodyPr>
          <a:lstStyle>
            <a:lvl1pPr algn="r">
              <a:defRPr sz="1400">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6" r:id="rId5"/>
    <p:sldLayoutId id="2147483657" r:id="rId6"/>
    <p:sldLayoutId id="2147483658" r:id="rId7"/>
    <p:sldLayoutId id="2147483659" r:id="rId8"/>
    <p:sldLayoutId id="2147483660" r:id="rId9"/>
    <p:sldLayoutId id="2147483661" r:id="rId10"/>
  </p:sldLayoutIdLst>
  <p:transition spd="med"/>
  <p:txStyles>
    <p:titleStyle>
      <a:lvl1pPr marL="0" marR="0" indent="0" algn="l" defTabSz="5842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n-lt"/>
          <a:ea typeface="+mn-ea"/>
          <a:cs typeface="+mn-cs"/>
          <a:sym typeface="Helvetica Neue Light"/>
        </a:defRPr>
      </a:lvl1pPr>
      <a:lvl2pPr marL="0" marR="0" indent="2286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2pPr>
      <a:lvl3pPr marL="0" marR="0" indent="4572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3pPr>
      <a:lvl4pPr marL="0" marR="0" indent="6858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4pPr>
      <a:lvl5pPr marL="0" marR="0" indent="9144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5pPr>
      <a:lvl6pPr marL="0" marR="0" indent="11430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6pPr>
      <a:lvl7pPr marL="0" marR="0" indent="13716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7pPr>
      <a:lvl8pPr marL="0" marR="0" indent="16002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8pPr>
      <a:lvl9pPr marL="0" marR="0" indent="1828800" algn="l" defTabSz="584200" rtl="0" latinLnBrk="0">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Neue Light"/>
        </a:defRPr>
      </a:lvl9pPr>
    </p:titleStyle>
    <p:bodyStyle>
      <a:lvl1pPr marL="4572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1pPr>
      <a:lvl2pPr marL="9144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2pPr>
      <a:lvl3pPr marL="13716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3pPr>
      <a:lvl4pPr marL="18288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4pPr>
      <a:lvl5pPr marL="22860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5pPr>
      <a:lvl6pPr marL="27432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6pPr>
      <a:lvl7pPr marL="32004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7pPr>
      <a:lvl8pPr marL="36576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8pPr>
      <a:lvl9pPr marL="4114800" marR="0" indent="-457200" algn="l" defTabSz="584200" rtl="0" latinLnBrk="0">
        <a:lnSpc>
          <a:spcPct val="100000"/>
        </a:lnSpc>
        <a:spcBef>
          <a:spcPts val="4200"/>
        </a:spcBef>
        <a:spcAft>
          <a:spcPts val="0"/>
        </a:spcAft>
        <a:buClrTx/>
        <a:buSzPct val="75000"/>
        <a:buFont typeface="Helvetica Neue"/>
        <a:buChar char="•"/>
        <a:tabLst/>
        <a:defRPr sz="3600" b="0" i="0" u="none" strike="noStrike" cap="none" spc="0" baseline="0">
          <a:ln>
            <a:noFill/>
          </a:ln>
          <a:solidFill>
            <a:srgbClr val="747474"/>
          </a:solidFill>
          <a:uFillTx/>
          <a:latin typeface="+mn-lt"/>
          <a:ea typeface="+mn-ea"/>
          <a:cs typeface="+mn-cs"/>
          <a:sym typeface="Helvetica Neue Light"/>
        </a:defRPr>
      </a:lvl9pPr>
    </p:bodyStyle>
    <p:otherStyle>
      <a:lvl1pPr marL="0" marR="0" indent="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1pPr>
      <a:lvl2pPr marL="0" marR="0" indent="2286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2pPr>
      <a:lvl3pPr marL="0" marR="0" indent="4572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3pPr>
      <a:lvl4pPr marL="0" marR="0" indent="6858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4pPr>
      <a:lvl5pPr marL="0" marR="0" indent="9144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5pPr>
      <a:lvl6pPr marL="0" marR="0" indent="11430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6pPr>
      <a:lvl7pPr marL="0" marR="0" indent="13716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7pPr>
      <a:lvl8pPr marL="0" marR="0" indent="16002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8pPr>
      <a:lvl9pPr marL="0" marR="0" indent="1828800" algn="r" defTabSz="584200" latinLnBrk="0">
        <a:lnSpc>
          <a:spcPct val="100000"/>
        </a:lnSpc>
        <a:spcBef>
          <a:spcPts val="0"/>
        </a:spcBef>
        <a:spcAft>
          <a:spcPts val="0"/>
        </a:spcAft>
        <a:buClrTx/>
        <a:buSzTx/>
        <a:buFontTx/>
        <a:buNone/>
        <a:tabLst/>
        <a:defRPr sz="1400" b="0" i="0" u="none" strike="noStrike" cap="none" spc="0" baseline="0">
          <a:ln>
            <a:noFill/>
          </a:ln>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EFBE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09F2D6-E623-45C5-A10A-750A90B10892}"/>
              </a:ext>
            </a:extLst>
          </p:cNvPr>
          <p:cNvSpPr>
            <a:spLocks noGrp="1"/>
          </p:cNvSpPr>
          <p:nvPr>
            <p:ph type="title"/>
          </p:nvPr>
        </p:nvSpPr>
        <p:spPr>
          <a:xfrm>
            <a:off x="1192143" y="519290"/>
            <a:ext cx="14955977" cy="188524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1208778-3C62-4556-9450-9D0B7B31CE86}"/>
              </a:ext>
            </a:extLst>
          </p:cNvPr>
          <p:cNvSpPr>
            <a:spLocks noGrp="1"/>
          </p:cNvSpPr>
          <p:nvPr>
            <p:ph type="body" idx="1"/>
          </p:nvPr>
        </p:nvSpPr>
        <p:spPr>
          <a:xfrm>
            <a:off x="1192143" y="2596444"/>
            <a:ext cx="14955977" cy="61885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703158-A4C6-49F0-9BB4-24BDA774EB64}"/>
              </a:ext>
            </a:extLst>
          </p:cNvPr>
          <p:cNvSpPr>
            <a:spLocks noGrp="1"/>
          </p:cNvSpPr>
          <p:nvPr>
            <p:ph type="dt" sz="half" idx="2"/>
          </p:nvPr>
        </p:nvSpPr>
        <p:spPr>
          <a:xfrm>
            <a:off x="1192143" y="9040143"/>
            <a:ext cx="3901559"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BDBF34D4-32C0-4415-B8BB-5C4234FBB260}" type="datetimeFigureOut">
              <a:rPr lang="en-GB" smtClean="0"/>
              <a:t>14/01/2026</a:t>
            </a:fld>
            <a:endParaRPr lang="en-GB"/>
          </a:p>
        </p:txBody>
      </p:sp>
      <p:sp>
        <p:nvSpPr>
          <p:cNvPr id="5" name="Footer Placeholder 4">
            <a:extLst>
              <a:ext uri="{FF2B5EF4-FFF2-40B4-BE49-F238E27FC236}">
                <a16:creationId xmlns:a16="http://schemas.microsoft.com/office/drawing/2014/main" id="{CE07F357-997D-4F66-B8EB-6001506F54CE}"/>
              </a:ext>
            </a:extLst>
          </p:cNvPr>
          <p:cNvSpPr>
            <a:spLocks noGrp="1"/>
          </p:cNvSpPr>
          <p:nvPr>
            <p:ph type="ftr" sz="quarter" idx="3"/>
          </p:nvPr>
        </p:nvSpPr>
        <p:spPr>
          <a:xfrm>
            <a:off x="5743962" y="9040143"/>
            <a:ext cx="5852339" cy="519289"/>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236E989-C092-43BB-AB7C-4804D431CC6B}"/>
              </a:ext>
            </a:extLst>
          </p:cNvPr>
          <p:cNvSpPr>
            <a:spLocks noGrp="1"/>
          </p:cNvSpPr>
          <p:nvPr>
            <p:ph type="sldNum" sz="quarter" idx="4"/>
          </p:nvPr>
        </p:nvSpPr>
        <p:spPr>
          <a:xfrm>
            <a:off x="12246561" y="9040143"/>
            <a:ext cx="3901559" cy="519289"/>
          </a:xfrm>
          <a:prstGeom prst="rect">
            <a:avLst/>
          </a:prstGeom>
        </p:spPr>
        <p:txBody>
          <a:bodyPr vert="horz" lIns="91440" tIns="45720" rIns="91440" bIns="45720" rtlCol="0" anchor="ctr"/>
          <a:lstStyle>
            <a:lvl1pPr algn="r">
              <a:defRPr sz="1707">
                <a:solidFill>
                  <a:schemeClr val="tx1">
                    <a:tint val="75000"/>
                  </a:schemeClr>
                </a:solidFill>
              </a:defRPr>
            </a:lvl1pPr>
          </a:lstStyle>
          <a:p>
            <a:fld id="{86CB4B4D-7CA3-9044-876B-883B54F8677D}" type="slidenum">
              <a:rPr lang="en-GB" smtClean="0"/>
              <a:t>‹#›</a:t>
            </a:fld>
            <a:endParaRPr lang="en-GB"/>
          </a:p>
        </p:txBody>
      </p:sp>
    </p:spTree>
    <p:extLst>
      <p:ext uri="{BB962C8B-B14F-4D97-AF65-F5344CB8AC3E}">
        <p14:creationId xmlns:p14="http://schemas.microsoft.com/office/powerpoint/2010/main" val="31803740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1300460" rtl="0" eaLnBrk="1" latinLnBrk="0" hangingPunct="1">
        <a:lnSpc>
          <a:spcPct val="90000"/>
        </a:lnSpc>
        <a:spcBef>
          <a:spcPct val="0"/>
        </a:spcBef>
        <a:buNone/>
        <a:defRPr sz="6258" kern="1200">
          <a:solidFill>
            <a:schemeClr val="tx1"/>
          </a:solidFill>
          <a:latin typeface="+mj-lt"/>
          <a:ea typeface="+mj-ea"/>
          <a:cs typeface="+mj-cs"/>
        </a:defRPr>
      </a:lvl1pPr>
    </p:titleStyle>
    <p:bodyStyle>
      <a:lvl1pPr marL="325115" indent="-325115" algn="l" defTabSz="1300460" rtl="0" eaLnBrk="1" latinLnBrk="0" hangingPunct="1">
        <a:lnSpc>
          <a:spcPct val="90000"/>
        </a:lnSpc>
        <a:spcBef>
          <a:spcPts val="1422"/>
        </a:spcBef>
        <a:buFont typeface="Arial" panose="020B0604020202020204" pitchFamily="34" charset="0"/>
        <a:buChar char="•"/>
        <a:defRPr sz="3982" kern="1200">
          <a:solidFill>
            <a:schemeClr val="tx1"/>
          </a:solidFill>
          <a:latin typeface="+mn-lt"/>
          <a:ea typeface="+mn-ea"/>
          <a:cs typeface="+mn-cs"/>
        </a:defRPr>
      </a:lvl1pPr>
      <a:lvl2pPr marL="975345" indent="-325115" algn="l" defTabSz="1300460" rtl="0" eaLnBrk="1" latinLnBrk="0" hangingPunct="1">
        <a:lnSpc>
          <a:spcPct val="90000"/>
        </a:lnSpc>
        <a:spcBef>
          <a:spcPts val="711"/>
        </a:spcBef>
        <a:buFont typeface="Arial" panose="020B0604020202020204" pitchFamily="34" charset="0"/>
        <a:buChar char="•"/>
        <a:defRPr sz="3413" kern="1200">
          <a:solidFill>
            <a:schemeClr val="tx1"/>
          </a:solidFill>
          <a:latin typeface="+mn-lt"/>
          <a:ea typeface="+mn-ea"/>
          <a:cs typeface="+mn-cs"/>
        </a:defRPr>
      </a:lvl2pPr>
      <a:lvl3pPr marL="1625575" indent="-325115" algn="l" defTabSz="1300460" rtl="0" eaLnBrk="1" latinLnBrk="0" hangingPunct="1">
        <a:lnSpc>
          <a:spcPct val="90000"/>
        </a:lnSpc>
        <a:spcBef>
          <a:spcPts val="711"/>
        </a:spcBef>
        <a:buFont typeface="Arial" panose="020B0604020202020204" pitchFamily="34" charset="0"/>
        <a:buChar char="•"/>
        <a:defRPr sz="2844" kern="1200">
          <a:solidFill>
            <a:schemeClr val="tx1"/>
          </a:solidFill>
          <a:latin typeface="+mn-lt"/>
          <a:ea typeface="+mn-ea"/>
          <a:cs typeface="+mn-cs"/>
        </a:defRPr>
      </a:lvl3pPr>
      <a:lvl4pPr marL="227580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4pPr>
      <a:lvl5pPr marL="292603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5pPr>
      <a:lvl6pPr marL="357626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49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72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954" indent="-325115" algn="l" defTabSz="1300460"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460" rtl="0" eaLnBrk="1" latinLnBrk="0" hangingPunct="1">
        <a:defRPr sz="2560" kern="1200">
          <a:solidFill>
            <a:schemeClr val="tx1"/>
          </a:solidFill>
          <a:latin typeface="+mn-lt"/>
          <a:ea typeface="+mn-ea"/>
          <a:cs typeface="+mn-cs"/>
        </a:defRPr>
      </a:lvl1pPr>
      <a:lvl2pPr marL="650230" algn="l" defTabSz="1300460" rtl="0" eaLnBrk="1" latinLnBrk="0" hangingPunct="1">
        <a:defRPr sz="2560" kern="1200">
          <a:solidFill>
            <a:schemeClr val="tx1"/>
          </a:solidFill>
          <a:latin typeface="+mn-lt"/>
          <a:ea typeface="+mn-ea"/>
          <a:cs typeface="+mn-cs"/>
        </a:defRPr>
      </a:lvl2pPr>
      <a:lvl3pPr marL="1300460" algn="l" defTabSz="1300460" rtl="0" eaLnBrk="1" latinLnBrk="0" hangingPunct="1">
        <a:defRPr sz="2560" kern="1200">
          <a:solidFill>
            <a:schemeClr val="tx1"/>
          </a:solidFill>
          <a:latin typeface="+mn-lt"/>
          <a:ea typeface="+mn-ea"/>
          <a:cs typeface="+mn-cs"/>
        </a:defRPr>
      </a:lvl3pPr>
      <a:lvl4pPr marL="1950690" algn="l" defTabSz="1300460" rtl="0" eaLnBrk="1" latinLnBrk="0" hangingPunct="1">
        <a:defRPr sz="2560" kern="1200">
          <a:solidFill>
            <a:schemeClr val="tx1"/>
          </a:solidFill>
          <a:latin typeface="+mn-lt"/>
          <a:ea typeface="+mn-ea"/>
          <a:cs typeface="+mn-cs"/>
        </a:defRPr>
      </a:lvl4pPr>
      <a:lvl5pPr marL="2600919" algn="l" defTabSz="1300460" rtl="0" eaLnBrk="1" latinLnBrk="0" hangingPunct="1">
        <a:defRPr sz="2560" kern="1200">
          <a:solidFill>
            <a:schemeClr val="tx1"/>
          </a:solidFill>
          <a:latin typeface="+mn-lt"/>
          <a:ea typeface="+mn-ea"/>
          <a:cs typeface="+mn-cs"/>
        </a:defRPr>
      </a:lvl5pPr>
      <a:lvl6pPr marL="3251149" algn="l" defTabSz="1300460" rtl="0" eaLnBrk="1" latinLnBrk="0" hangingPunct="1">
        <a:defRPr sz="2560" kern="1200">
          <a:solidFill>
            <a:schemeClr val="tx1"/>
          </a:solidFill>
          <a:latin typeface="+mn-lt"/>
          <a:ea typeface="+mn-ea"/>
          <a:cs typeface="+mn-cs"/>
        </a:defRPr>
      </a:lvl6pPr>
      <a:lvl7pPr marL="3901379" algn="l" defTabSz="1300460" rtl="0" eaLnBrk="1" latinLnBrk="0" hangingPunct="1">
        <a:defRPr sz="2560" kern="1200">
          <a:solidFill>
            <a:schemeClr val="tx1"/>
          </a:solidFill>
          <a:latin typeface="+mn-lt"/>
          <a:ea typeface="+mn-ea"/>
          <a:cs typeface="+mn-cs"/>
        </a:defRPr>
      </a:lvl7pPr>
      <a:lvl8pPr marL="4551609" algn="l" defTabSz="1300460" rtl="0" eaLnBrk="1" latinLnBrk="0" hangingPunct="1">
        <a:defRPr sz="2560" kern="1200">
          <a:solidFill>
            <a:schemeClr val="tx1"/>
          </a:solidFill>
          <a:latin typeface="+mn-lt"/>
          <a:ea typeface="+mn-ea"/>
          <a:cs typeface="+mn-cs"/>
        </a:defRPr>
      </a:lvl8pPr>
      <a:lvl9pPr marL="5201839" algn="l" defTabSz="130046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2167533" y="1596249"/>
            <a:ext cx="13005197" cy="3395698"/>
          </a:xfrm>
        </p:spPr>
        <p:txBody>
          <a:bodyPr>
            <a:normAutofit/>
          </a:bodyPr>
          <a:lstStyle/>
          <a:p>
            <a:r>
              <a:rPr lang="en-US" sz="8800" dirty="0"/>
              <a:t>The Relational Model</a:t>
            </a:r>
            <a:endParaRPr lang="en-IE" noProof="0" dirty="0"/>
          </a:p>
        </p:txBody>
      </p:sp>
      <p:sp>
        <p:nvSpPr>
          <p:cNvPr id="6" name="Subtitle 5">
            <a:extLst>
              <a:ext uri="{FF2B5EF4-FFF2-40B4-BE49-F238E27FC236}">
                <a16:creationId xmlns:a16="http://schemas.microsoft.com/office/drawing/2014/main" id="{65A2176A-F514-4DFD-5EDD-11963ABB924E}"/>
              </a:ext>
            </a:extLst>
          </p:cNvPr>
          <p:cNvSpPr>
            <a:spLocks noGrp="1"/>
          </p:cNvSpPr>
          <p:nvPr>
            <p:ph type="subTitle" idx="1"/>
          </p:nvPr>
        </p:nvSpPr>
        <p:spPr/>
        <p:txBody>
          <a:bodyPr/>
          <a:lstStyle/>
          <a:p>
            <a:endParaRPr lang="en-IE" noProof="0" dirty="0"/>
          </a:p>
        </p:txBody>
      </p:sp>
      <p:sp>
        <p:nvSpPr>
          <p:cNvPr id="2" name="Lightning Bolt 1" descr="-">
            <a:extLst>
              <a:ext uri="{FF2B5EF4-FFF2-40B4-BE49-F238E27FC236}">
                <a16:creationId xmlns:a16="http://schemas.microsoft.com/office/drawing/2014/main" id="{8357F06C-ACB9-73CB-6DC5-0054E103720E}"/>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sym typeface="Helvetica Neue Light"/>
            </a:endParaRPr>
          </a:p>
        </p:txBody>
      </p:sp>
      <p:sp>
        <p:nvSpPr>
          <p:cNvPr id="3" name="Lightning Bolt 2" descr="-">
            <a:extLst>
              <a:ext uri="{FF2B5EF4-FFF2-40B4-BE49-F238E27FC236}">
                <a16:creationId xmlns:a16="http://schemas.microsoft.com/office/drawing/2014/main" id="{7DF4CA5B-E2D5-467C-D6B8-A1EE3EBA3872}"/>
              </a:ext>
            </a:extLst>
          </p:cNvPr>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sym typeface="Helvetica Neue Light"/>
            </a:endParaRPr>
          </a:p>
        </p:txBody>
      </p:sp>
    </p:spTree>
    <p:extLst>
      <p:ext uri="{BB962C8B-B14F-4D97-AF65-F5344CB8AC3E}">
        <p14:creationId xmlns:p14="http://schemas.microsoft.com/office/powerpoint/2010/main" val="4155272010"/>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List</a:t>
            </a:r>
          </a:p>
        </p:txBody>
      </p:sp>
      <p:sp>
        <p:nvSpPr>
          <p:cNvPr id="3" name="Text Placeholder 2"/>
          <p:cNvSpPr>
            <a:spLocks noGrp="1"/>
          </p:cNvSpPr>
          <p:nvPr>
            <p:ph type="body" idx="1"/>
          </p:nvPr>
        </p:nvSpPr>
        <p:spPr/>
        <p:txBody>
          <a:bodyPr/>
          <a:lstStyle/>
          <a:p>
            <a:r>
              <a:rPr lang="en-GB" altLang="en-US" dirty="0">
                <a:solidFill>
                  <a:srgbClr val="00B050"/>
                </a:solidFill>
              </a:rPr>
              <a:t>Relational Model Terminology</a:t>
            </a:r>
          </a:p>
          <a:p>
            <a:r>
              <a:rPr lang="en-GB" altLang="en-US" dirty="0">
                <a:solidFill>
                  <a:schemeClr val="bg1">
                    <a:lumMod val="50000"/>
                  </a:schemeClr>
                </a:solidFill>
              </a:rPr>
              <a:t>Properties of Relations</a:t>
            </a:r>
          </a:p>
          <a:p>
            <a:r>
              <a:rPr lang="en-GB" altLang="en-US" dirty="0">
                <a:solidFill>
                  <a:schemeClr val="bg1">
                    <a:lumMod val="50000"/>
                  </a:schemeClr>
                </a:solidFill>
              </a:rPr>
              <a:t>Keys</a:t>
            </a:r>
          </a:p>
          <a:p>
            <a:r>
              <a:rPr lang="en-GB" altLang="en-US" dirty="0">
                <a:solidFill>
                  <a:schemeClr val="bg1">
                    <a:lumMod val="50000"/>
                  </a:schemeClr>
                </a:solidFill>
              </a:rPr>
              <a:t>Integrity Constraints</a:t>
            </a:r>
          </a:p>
        </p:txBody>
      </p:sp>
      <p:sp>
        <p:nvSpPr>
          <p:cNvPr id="5" name="Rectangle 4"/>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139638857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lIns="128692" tIns="63217" rIns="128692" bIns="63217" anchor="b">
            <a:normAutofit/>
          </a:bodyPr>
          <a:lstStyle/>
          <a:p>
            <a:pPr>
              <a:defRPr/>
            </a:pPr>
            <a:r>
              <a:rPr lang="en-GB" altLang="en-US" dirty="0"/>
              <a:t>Relational Model Terminology</a:t>
            </a:r>
          </a:p>
        </p:txBody>
      </p:sp>
      <p:sp>
        <p:nvSpPr>
          <p:cNvPr id="7171" name="Rectangle 3"/>
          <p:cNvSpPr>
            <a:spLocks noGrp="1" noChangeArrowheads="1"/>
          </p:cNvSpPr>
          <p:nvPr>
            <p:ph idx="1"/>
          </p:nvPr>
        </p:nvSpPr>
        <p:spPr>
          <a:xfrm>
            <a:off x="762023" y="2302934"/>
            <a:ext cx="15816215" cy="5441244"/>
          </a:xfrm>
        </p:spPr>
        <p:txBody>
          <a:bodyPr lIns="128692" tIns="63217" rIns="128692" bIns="63217">
            <a:noAutofit/>
          </a:bodyPr>
          <a:lstStyle/>
          <a:p>
            <a:r>
              <a:rPr lang="en-GB" altLang="en-US" b="1" dirty="0"/>
              <a:t>A relation </a:t>
            </a:r>
            <a:r>
              <a:rPr lang="en-GB" altLang="en-US" dirty="0"/>
              <a:t>is a table with columns and rows.</a:t>
            </a:r>
          </a:p>
          <a:p>
            <a:pPr lvl="1">
              <a:spcBef>
                <a:spcPts val="600"/>
              </a:spcBef>
            </a:pPr>
            <a:r>
              <a:rPr lang="en-GB" altLang="en-US" dirty="0"/>
              <a:t>Only applies to logical structure of the database, not the physical structure.</a:t>
            </a:r>
            <a:endParaRPr lang="en-GB" altLang="en-US" b="1" dirty="0"/>
          </a:p>
          <a:p>
            <a:r>
              <a:rPr lang="en-GB" altLang="en-US" b="1" dirty="0"/>
              <a:t>Attribute </a:t>
            </a:r>
            <a:r>
              <a:rPr lang="en-GB" altLang="en-US" dirty="0"/>
              <a:t>is a named column of a relation</a:t>
            </a:r>
            <a:r>
              <a:rPr lang="en-GB" altLang="en-US" b="1" dirty="0"/>
              <a:t>.</a:t>
            </a:r>
          </a:p>
          <a:p>
            <a:r>
              <a:rPr lang="en-GB" altLang="en-US" b="1" dirty="0"/>
              <a:t>Domain </a:t>
            </a:r>
            <a:r>
              <a:rPr lang="en-GB" altLang="en-US" dirty="0"/>
              <a:t>is the set of allowable values for one or more attributes.</a:t>
            </a:r>
          </a:p>
        </p:txBody>
      </p:sp>
    </p:spTree>
    <p:extLst>
      <p:ext uri="{BB962C8B-B14F-4D97-AF65-F5344CB8AC3E}">
        <p14:creationId xmlns:p14="http://schemas.microsoft.com/office/powerpoint/2010/main" val="113188559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lIns="128692" tIns="63217" rIns="128692" bIns="63217" anchor="b">
            <a:normAutofit/>
          </a:bodyPr>
          <a:lstStyle/>
          <a:p>
            <a:pPr>
              <a:defRPr/>
            </a:pPr>
            <a:r>
              <a:rPr lang="en-GB" altLang="en-US" dirty="0"/>
              <a:t>Relational Model Terminology</a:t>
            </a:r>
          </a:p>
        </p:txBody>
      </p:sp>
      <p:sp>
        <p:nvSpPr>
          <p:cNvPr id="8195" name="Rectangle 3"/>
          <p:cNvSpPr>
            <a:spLocks noGrp="1" noChangeArrowheads="1"/>
          </p:cNvSpPr>
          <p:nvPr>
            <p:ph idx="1"/>
          </p:nvPr>
        </p:nvSpPr>
        <p:spPr>
          <a:xfrm>
            <a:off x="762024" y="2316480"/>
            <a:ext cx="15816216" cy="5852160"/>
          </a:xfrm>
        </p:spPr>
        <p:txBody>
          <a:bodyPr lIns="128692" tIns="63217" rIns="128692" bIns="63217">
            <a:normAutofit/>
          </a:bodyPr>
          <a:lstStyle/>
          <a:p>
            <a:pPr algn="just"/>
            <a:r>
              <a:rPr lang="en-GB" altLang="en-US" b="1" dirty="0"/>
              <a:t>Tuple </a:t>
            </a:r>
            <a:r>
              <a:rPr lang="en-GB" altLang="en-US" dirty="0"/>
              <a:t>is a row of a relation</a:t>
            </a:r>
            <a:r>
              <a:rPr lang="en-GB" altLang="en-US" b="1" dirty="0"/>
              <a:t>.</a:t>
            </a:r>
          </a:p>
          <a:p>
            <a:pPr algn="just"/>
            <a:r>
              <a:rPr lang="en-GB" altLang="en-US" b="1" dirty="0"/>
              <a:t>Degree </a:t>
            </a:r>
            <a:r>
              <a:rPr lang="en-GB" altLang="en-US" dirty="0"/>
              <a:t>is the number of attributes in a relation</a:t>
            </a:r>
            <a:r>
              <a:rPr lang="en-GB" altLang="en-US" b="1" dirty="0"/>
              <a:t>.</a:t>
            </a:r>
          </a:p>
          <a:p>
            <a:pPr algn="just"/>
            <a:r>
              <a:rPr lang="en-GB" altLang="en-US" b="1" dirty="0"/>
              <a:t>Cardinality </a:t>
            </a:r>
            <a:r>
              <a:rPr lang="en-GB" altLang="en-US" dirty="0"/>
              <a:t>is the number of tuples in a relation</a:t>
            </a:r>
            <a:r>
              <a:rPr lang="en-GB" altLang="en-US" b="1" dirty="0"/>
              <a:t>.</a:t>
            </a:r>
          </a:p>
          <a:p>
            <a:r>
              <a:rPr lang="en-GB" altLang="en-US" b="1" dirty="0"/>
              <a:t>Relational Database </a:t>
            </a:r>
            <a:r>
              <a:rPr lang="en-GB" altLang="en-US" dirty="0"/>
              <a:t>is a collection of normalised relations with distinct relation names</a:t>
            </a:r>
            <a:r>
              <a:rPr lang="en-GB" altLang="en-US" b="1" dirty="0"/>
              <a:t>.</a:t>
            </a:r>
          </a:p>
        </p:txBody>
      </p:sp>
    </p:spTree>
    <p:extLst>
      <p:ext uri="{BB962C8B-B14F-4D97-AF65-F5344CB8AC3E}">
        <p14:creationId xmlns:p14="http://schemas.microsoft.com/office/powerpoint/2010/main" val="124926324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24" y="330200"/>
            <a:ext cx="15816216" cy="1397000"/>
          </a:xfrm>
        </p:spPr>
        <p:txBody>
          <a:bodyPr anchor="b">
            <a:normAutofit/>
          </a:bodyPr>
          <a:lstStyle/>
          <a:p>
            <a:pPr>
              <a:defRPr/>
            </a:pPr>
            <a:r>
              <a:rPr lang="en-GB" altLang="en-US" dirty="0"/>
              <a:t>Relational Model Terminology</a:t>
            </a:r>
          </a:p>
        </p:txBody>
      </p:sp>
      <p:pic>
        <p:nvPicPr>
          <p:cNvPr id="25" name="Picture 24">
            <a:extLst>
              <a:ext uri="{FF2B5EF4-FFF2-40B4-BE49-F238E27FC236}">
                <a16:creationId xmlns:a16="http://schemas.microsoft.com/office/drawing/2014/main" id="{2FBB3E0D-F5FE-7115-A3A0-E71C08E654F0}"/>
              </a:ext>
            </a:extLst>
          </p:cNvPr>
          <p:cNvPicPr>
            <a:picLocks noChangeAspect="1"/>
          </p:cNvPicPr>
          <p:nvPr/>
        </p:nvPicPr>
        <p:blipFill>
          <a:blip r:embed="rId2"/>
          <a:stretch>
            <a:fillRect/>
          </a:stretch>
        </p:blipFill>
        <p:spPr>
          <a:xfrm>
            <a:off x="3767557" y="2222500"/>
            <a:ext cx="9805150" cy="6667500"/>
          </a:xfrm>
          <a:prstGeom prst="rect">
            <a:avLst/>
          </a:prstGeom>
          <a:noFill/>
          <a:ln w="38100">
            <a:solidFill>
              <a:schemeClr val="bg1">
                <a:lumMod val="50000"/>
              </a:schemeClr>
            </a:solidFill>
          </a:ln>
        </p:spPr>
      </p:pic>
    </p:spTree>
    <p:extLst>
      <p:ext uri="{BB962C8B-B14F-4D97-AF65-F5344CB8AC3E}">
        <p14:creationId xmlns:p14="http://schemas.microsoft.com/office/powerpoint/2010/main" val="110705693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List</a:t>
            </a:r>
          </a:p>
        </p:txBody>
      </p:sp>
      <p:sp>
        <p:nvSpPr>
          <p:cNvPr id="3" name="Text Placeholder 2"/>
          <p:cNvSpPr>
            <a:spLocks noGrp="1"/>
          </p:cNvSpPr>
          <p:nvPr>
            <p:ph type="body" idx="1"/>
          </p:nvPr>
        </p:nvSpPr>
        <p:spPr/>
        <p:txBody>
          <a:bodyPr/>
          <a:lstStyle/>
          <a:p>
            <a:r>
              <a:rPr lang="en-GB" altLang="en-US" dirty="0">
                <a:solidFill>
                  <a:schemeClr val="bg1">
                    <a:lumMod val="50000"/>
                  </a:schemeClr>
                </a:solidFill>
              </a:rPr>
              <a:t>Relational Model Terminology</a:t>
            </a:r>
          </a:p>
          <a:p>
            <a:r>
              <a:rPr lang="en-GB" altLang="en-US" dirty="0">
                <a:solidFill>
                  <a:srgbClr val="00B050"/>
                </a:solidFill>
              </a:rPr>
              <a:t>Properties of Relations</a:t>
            </a:r>
          </a:p>
          <a:p>
            <a:r>
              <a:rPr lang="en-GB" altLang="en-US" dirty="0">
                <a:solidFill>
                  <a:schemeClr val="bg1">
                    <a:lumMod val="50000"/>
                  </a:schemeClr>
                </a:solidFill>
              </a:rPr>
              <a:t>Keys</a:t>
            </a:r>
          </a:p>
          <a:p>
            <a:r>
              <a:rPr lang="en-GB" altLang="en-US" dirty="0">
                <a:solidFill>
                  <a:schemeClr val="bg1">
                    <a:lumMod val="50000"/>
                  </a:schemeClr>
                </a:solidFill>
              </a:rPr>
              <a:t>Integrity Constraints</a:t>
            </a:r>
          </a:p>
        </p:txBody>
      </p:sp>
      <p:sp>
        <p:nvSpPr>
          <p:cNvPr id="5" name="Rectangle 4"/>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149991627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defRPr/>
            </a:pPr>
            <a:r>
              <a:rPr lang="en-GB" altLang="en-US" dirty="0"/>
              <a:t>Properties of Relations</a:t>
            </a:r>
          </a:p>
        </p:txBody>
      </p:sp>
      <p:sp>
        <p:nvSpPr>
          <p:cNvPr id="12291" name="Rectangle 3"/>
          <p:cNvSpPr>
            <a:spLocks noGrp="1" noChangeArrowheads="1"/>
          </p:cNvSpPr>
          <p:nvPr>
            <p:ph idx="1"/>
          </p:nvPr>
        </p:nvSpPr>
        <p:spPr>
          <a:xfrm>
            <a:off x="762024" y="2214881"/>
            <a:ext cx="15816215" cy="5852160"/>
          </a:xfrm>
        </p:spPr>
        <p:txBody>
          <a:bodyPr>
            <a:normAutofit/>
          </a:bodyPr>
          <a:lstStyle/>
          <a:p>
            <a:pPr>
              <a:lnSpc>
                <a:spcPct val="90000"/>
              </a:lnSpc>
            </a:pPr>
            <a:r>
              <a:rPr lang="en-GB" altLang="en-US" dirty="0"/>
              <a:t>Relation name is distinct from all other relation names in relational schema.</a:t>
            </a:r>
          </a:p>
          <a:p>
            <a:pPr>
              <a:lnSpc>
                <a:spcPct val="90000"/>
              </a:lnSpc>
            </a:pPr>
            <a:r>
              <a:rPr lang="en-GB" altLang="en-US" dirty="0"/>
              <a:t>Each cell of relation contains exactly one atomic (single) value.</a:t>
            </a:r>
          </a:p>
          <a:p>
            <a:pPr>
              <a:lnSpc>
                <a:spcPct val="90000"/>
              </a:lnSpc>
            </a:pPr>
            <a:r>
              <a:rPr lang="en-GB" altLang="en-US" dirty="0"/>
              <a:t>Each attribute has a distinct name.</a:t>
            </a:r>
          </a:p>
          <a:p>
            <a:pPr>
              <a:lnSpc>
                <a:spcPct val="90000"/>
              </a:lnSpc>
            </a:pPr>
            <a:r>
              <a:rPr lang="en-GB" altLang="en-US" dirty="0"/>
              <a:t>Values of an attribute are all from the same domain.</a:t>
            </a:r>
          </a:p>
        </p:txBody>
      </p:sp>
    </p:spTree>
    <p:extLst>
      <p:ext uri="{BB962C8B-B14F-4D97-AF65-F5344CB8AC3E}">
        <p14:creationId xmlns:p14="http://schemas.microsoft.com/office/powerpoint/2010/main" val="350364268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lIns="128692" tIns="63217" rIns="128692" bIns="63217" anchor="b">
            <a:normAutofit/>
          </a:bodyPr>
          <a:lstStyle/>
          <a:p>
            <a:pPr>
              <a:defRPr/>
            </a:pPr>
            <a:r>
              <a:rPr lang="en-GB" altLang="en-US" dirty="0"/>
              <a:t>Properties of Relations</a:t>
            </a:r>
          </a:p>
        </p:txBody>
      </p:sp>
      <p:sp>
        <p:nvSpPr>
          <p:cNvPr id="13315" name="Rectangle 3"/>
          <p:cNvSpPr>
            <a:spLocks noGrp="1" noChangeArrowheads="1"/>
          </p:cNvSpPr>
          <p:nvPr>
            <p:ph idx="1"/>
          </p:nvPr>
        </p:nvSpPr>
        <p:spPr>
          <a:xfrm>
            <a:off x="762024" y="2214881"/>
            <a:ext cx="15816216" cy="5852160"/>
          </a:xfrm>
        </p:spPr>
        <p:txBody>
          <a:bodyPr lIns="128692" tIns="63217" rIns="128692" bIns="63217">
            <a:normAutofit/>
          </a:bodyPr>
          <a:lstStyle/>
          <a:p>
            <a:r>
              <a:rPr lang="en-GB" altLang="en-US" dirty="0"/>
              <a:t>Each tuple is distinct; there are no duplicate tuples.</a:t>
            </a:r>
          </a:p>
          <a:p>
            <a:r>
              <a:rPr lang="en-GB" altLang="en-US" dirty="0"/>
              <a:t>Order of attributes has no significance.</a:t>
            </a:r>
          </a:p>
          <a:p>
            <a:r>
              <a:rPr lang="en-GB" altLang="en-US" dirty="0"/>
              <a:t>Order of tuples has no significance, theoretically</a:t>
            </a:r>
            <a:r>
              <a:rPr lang="en-GB" altLang="en-US" b="1" dirty="0"/>
              <a:t>.</a:t>
            </a:r>
          </a:p>
        </p:txBody>
      </p:sp>
    </p:spTree>
    <p:extLst>
      <p:ext uri="{BB962C8B-B14F-4D97-AF65-F5344CB8AC3E}">
        <p14:creationId xmlns:p14="http://schemas.microsoft.com/office/powerpoint/2010/main" val="286159991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List</a:t>
            </a:r>
          </a:p>
        </p:txBody>
      </p:sp>
      <p:sp>
        <p:nvSpPr>
          <p:cNvPr id="3" name="Text Placeholder 2"/>
          <p:cNvSpPr>
            <a:spLocks noGrp="1"/>
          </p:cNvSpPr>
          <p:nvPr>
            <p:ph type="body" idx="1"/>
          </p:nvPr>
        </p:nvSpPr>
        <p:spPr/>
        <p:txBody>
          <a:bodyPr/>
          <a:lstStyle/>
          <a:p>
            <a:r>
              <a:rPr lang="en-GB" altLang="en-US" dirty="0">
                <a:solidFill>
                  <a:schemeClr val="bg1">
                    <a:lumMod val="50000"/>
                  </a:schemeClr>
                </a:solidFill>
              </a:rPr>
              <a:t>Relational Model Terminology</a:t>
            </a:r>
          </a:p>
          <a:p>
            <a:r>
              <a:rPr lang="en-GB" altLang="en-US" dirty="0">
                <a:solidFill>
                  <a:schemeClr val="bg1">
                    <a:lumMod val="50000"/>
                  </a:schemeClr>
                </a:solidFill>
              </a:rPr>
              <a:t>Properties of Relations</a:t>
            </a:r>
          </a:p>
          <a:p>
            <a:r>
              <a:rPr lang="en-GB" altLang="en-US" dirty="0">
                <a:solidFill>
                  <a:srgbClr val="00B050"/>
                </a:solidFill>
              </a:rPr>
              <a:t>Keys</a:t>
            </a:r>
          </a:p>
          <a:p>
            <a:r>
              <a:rPr lang="en-GB" altLang="en-US" dirty="0">
                <a:solidFill>
                  <a:schemeClr val="bg1">
                    <a:lumMod val="50000"/>
                  </a:schemeClr>
                </a:solidFill>
              </a:rPr>
              <a:t>Integrity Constraints</a:t>
            </a:r>
          </a:p>
        </p:txBody>
      </p:sp>
      <p:sp>
        <p:nvSpPr>
          <p:cNvPr id="5" name="Rectangle 4"/>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40760853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p:cNvSpPr>
          <p:nvPr>
            <p:ph type="title"/>
          </p:nvPr>
        </p:nvSpPr>
        <p:spPr>
          <a:prstGeom prst="rect">
            <a:avLst/>
          </a:prstGeom>
        </p:spPr>
        <p:txBody>
          <a:bodyPr/>
          <a:lstStyle/>
          <a:p>
            <a:r>
              <a:rPr lang="en-US" dirty="0"/>
              <a:t>Keys</a:t>
            </a:r>
            <a:endParaRPr dirty="0"/>
          </a:p>
        </p:txBody>
      </p:sp>
      <p:sp>
        <p:nvSpPr>
          <p:cNvPr id="170" name="Shape 170"/>
          <p:cNvSpPr>
            <a:spLocks noGrp="1"/>
          </p:cNvSpPr>
          <p:nvPr>
            <p:ph type="body" sz="half" idx="1"/>
          </p:nvPr>
        </p:nvSpPr>
        <p:spPr>
          <a:xfrm>
            <a:off x="669130" y="2228850"/>
            <a:ext cx="15909109" cy="6667500"/>
          </a:xfrm>
          <a:prstGeom prst="rect">
            <a:avLst/>
          </a:prstGeom>
        </p:spPr>
        <p:txBody>
          <a:bodyPr>
            <a:normAutofit/>
          </a:bodyPr>
          <a:lstStyle/>
          <a:p>
            <a:r>
              <a:rPr lang="en-GB" dirty="0">
                <a:solidFill>
                  <a:schemeClr val="bg1">
                    <a:lumMod val="50000"/>
                  </a:schemeClr>
                </a:solidFill>
              </a:rPr>
              <a:t>A database is used to store data for retrieval. An attribute that may be used to find a particular entity occurrence is called a </a:t>
            </a:r>
            <a:r>
              <a:rPr lang="en-GB" b="1" dirty="0">
                <a:solidFill>
                  <a:schemeClr val="bg1">
                    <a:lumMod val="50000"/>
                  </a:schemeClr>
                </a:solidFill>
              </a:rPr>
              <a:t>key</a:t>
            </a:r>
            <a:r>
              <a:rPr lang="en-GB" dirty="0">
                <a:solidFill>
                  <a:schemeClr val="bg1">
                    <a:lumMod val="50000"/>
                  </a:schemeClr>
                </a:solidFill>
              </a:rPr>
              <a:t>.  </a:t>
            </a:r>
          </a:p>
          <a:p>
            <a:r>
              <a:rPr lang="en-GB" dirty="0">
                <a:solidFill>
                  <a:schemeClr val="bg1">
                    <a:lumMod val="50000"/>
                  </a:schemeClr>
                </a:solidFill>
              </a:rPr>
              <a:t>A </a:t>
            </a:r>
            <a:r>
              <a:rPr lang="en-GB" b="1" dirty="0">
                <a:solidFill>
                  <a:schemeClr val="bg1">
                    <a:lumMod val="50000"/>
                  </a:schemeClr>
                </a:solidFill>
              </a:rPr>
              <a:t>key</a:t>
            </a:r>
            <a:r>
              <a:rPr lang="en-GB" dirty="0">
                <a:solidFill>
                  <a:schemeClr val="bg1">
                    <a:lumMod val="50000"/>
                  </a:schemeClr>
                </a:solidFill>
              </a:rPr>
              <a:t> is an attribute or collection of attributes that uniquely identifies an entity occurrence.</a:t>
            </a:r>
            <a:endParaRPr lang="en-US" dirty="0">
              <a:solidFill>
                <a:schemeClr val="bg1">
                  <a:lumMod val="50000"/>
                </a:schemeClr>
              </a:solidFill>
            </a:endParaRPr>
          </a:p>
          <a:p>
            <a:r>
              <a:rPr lang="en-GB" dirty="0">
                <a:solidFill>
                  <a:schemeClr val="bg1">
                    <a:lumMod val="50000"/>
                  </a:schemeClr>
                </a:solidFill>
              </a:rPr>
              <a:t>For example, the </a:t>
            </a:r>
            <a:r>
              <a:rPr lang="en-GB" i="1" dirty="0" err="1">
                <a:solidFill>
                  <a:schemeClr val="bg1">
                    <a:lumMod val="50000"/>
                  </a:schemeClr>
                </a:solidFill>
              </a:rPr>
              <a:t>staffNo</a:t>
            </a:r>
            <a:r>
              <a:rPr lang="en-GB" dirty="0">
                <a:solidFill>
                  <a:schemeClr val="bg1">
                    <a:lumMod val="50000"/>
                  </a:schemeClr>
                </a:solidFill>
              </a:rPr>
              <a:t> value for each staff member makes him/her identifiable among staff.</a:t>
            </a:r>
            <a:endParaRPr lang="en-US" dirty="0">
              <a:solidFill>
                <a:schemeClr val="bg1">
                  <a:lumMod val="50000"/>
                </a:schemeClr>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lIns="128692" tIns="63217" rIns="128692" bIns="63217" anchor="b">
            <a:normAutofit/>
          </a:bodyPr>
          <a:lstStyle/>
          <a:p>
            <a:pPr>
              <a:defRPr/>
            </a:pPr>
            <a:r>
              <a:rPr lang="en-GB" altLang="en-US" dirty="0"/>
              <a:t>Relational Keys</a:t>
            </a:r>
          </a:p>
        </p:txBody>
      </p:sp>
      <p:sp>
        <p:nvSpPr>
          <p:cNvPr id="19459" name="Rectangle 3"/>
          <p:cNvSpPr>
            <a:spLocks noGrp="1" noChangeArrowheads="1"/>
          </p:cNvSpPr>
          <p:nvPr>
            <p:ph idx="1"/>
          </p:nvPr>
        </p:nvSpPr>
        <p:spPr>
          <a:xfrm>
            <a:off x="762023" y="2214882"/>
            <a:ext cx="15816215" cy="6719147"/>
          </a:xfrm>
        </p:spPr>
        <p:txBody>
          <a:bodyPr lIns="128692" tIns="63217" rIns="128692" bIns="63217">
            <a:normAutofit lnSpcReduction="10000"/>
          </a:bodyPr>
          <a:lstStyle/>
          <a:p>
            <a:pPr>
              <a:lnSpc>
                <a:spcPct val="90000"/>
              </a:lnSpc>
            </a:pPr>
            <a:r>
              <a:rPr lang="en-GB" altLang="en-US" b="1" dirty="0"/>
              <a:t>Candidate Key</a:t>
            </a:r>
            <a:endParaRPr lang="en-IE" altLang="en-US" b="1" dirty="0"/>
          </a:p>
          <a:p>
            <a:pPr lvl="1">
              <a:lnSpc>
                <a:spcPct val="90000"/>
              </a:lnSpc>
              <a:spcBef>
                <a:spcPts val="600"/>
              </a:spcBef>
            </a:pPr>
            <a:r>
              <a:rPr lang="en-GB" altLang="en-US" dirty="0"/>
              <a:t>Candidate keys are defined as the minimal set of fields which can uniquely identify each record/tuple in a table. There can be more than one candidate key.</a:t>
            </a:r>
            <a:endParaRPr lang="en-US" altLang="en-US" dirty="0"/>
          </a:p>
          <a:p>
            <a:pPr>
              <a:lnSpc>
                <a:spcPct val="80000"/>
              </a:lnSpc>
            </a:pPr>
            <a:r>
              <a:rPr lang="en-GB" altLang="en-US" b="1" dirty="0"/>
              <a:t>Primary Key</a:t>
            </a:r>
          </a:p>
          <a:p>
            <a:pPr lvl="1">
              <a:lnSpc>
                <a:spcPct val="80000"/>
              </a:lnSpc>
              <a:spcBef>
                <a:spcPts val="600"/>
              </a:spcBef>
            </a:pPr>
            <a:r>
              <a:rPr lang="en-GB" altLang="en-US" dirty="0"/>
              <a:t>Candidate key selected to identify records uniquely within a relation.</a:t>
            </a:r>
            <a:endParaRPr lang="en-GB" altLang="en-US" b="1" dirty="0"/>
          </a:p>
          <a:p>
            <a:pPr>
              <a:lnSpc>
                <a:spcPct val="80000"/>
              </a:lnSpc>
            </a:pPr>
            <a:r>
              <a:rPr lang="en-GB" altLang="en-US" b="1" dirty="0"/>
              <a:t>Alternate Keys</a:t>
            </a:r>
          </a:p>
          <a:p>
            <a:pPr lvl="1">
              <a:lnSpc>
                <a:spcPct val="80000"/>
              </a:lnSpc>
              <a:spcBef>
                <a:spcPts val="600"/>
              </a:spcBef>
            </a:pPr>
            <a:r>
              <a:rPr lang="en-GB" altLang="en-US" dirty="0"/>
              <a:t>Candidate keys that are not selected to be primary key. </a:t>
            </a:r>
            <a:endParaRPr lang="en-GB" altLang="en-US" b="1" dirty="0"/>
          </a:p>
          <a:p>
            <a:pPr>
              <a:lnSpc>
                <a:spcPct val="80000"/>
              </a:lnSpc>
            </a:pPr>
            <a:r>
              <a:rPr lang="en-GB" altLang="en-US" b="1" dirty="0"/>
              <a:t>Foreign Key</a:t>
            </a:r>
          </a:p>
          <a:p>
            <a:pPr lvl="1">
              <a:lnSpc>
                <a:spcPct val="80000"/>
              </a:lnSpc>
              <a:spcBef>
                <a:spcPts val="600"/>
              </a:spcBef>
            </a:pPr>
            <a:r>
              <a:rPr lang="en-GB" altLang="en-US" dirty="0"/>
              <a:t>Attribute, or set of attributes, within one relation that matches the primary key of another relation.</a:t>
            </a:r>
          </a:p>
        </p:txBody>
      </p:sp>
    </p:spTree>
    <p:extLst>
      <p:ext uri="{BB962C8B-B14F-4D97-AF65-F5344CB8AC3E}">
        <p14:creationId xmlns:p14="http://schemas.microsoft.com/office/powerpoint/2010/main" val="414262687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762024" y="330200"/>
            <a:ext cx="15816216" cy="1397000"/>
          </a:xfrm>
        </p:spPr>
        <p:txBody>
          <a:bodyPr anchor="b">
            <a:normAutofit/>
          </a:bodyPr>
          <a:lstStyle/>
          <a:p>
            <a:pPr>
              <a:defRPr/>
            </a:pPr>
            <a:r>
              <a:rPr lang="en-GB" altLang="en-US" dirty="0"/>
              <a:t>Relational Keys</a:t>
            </a:r>
            <a:endParaRPr lang="en-IE" altLang="en-US" dirty="0"/>
          </a:p>
        </p:txBody>
      </p:sp>
      <p:pic>
        <p:nvPicPr>
          <p:cNvPr id="5" name="Picture 4" descr="A table with numbers and a few words&#10;&#10;AI-generated content may be incorrect.">
            <a:extLst>
              <a:ext uri="{FF2B5EF4-FFF2-40B4-BE49-F238E27FC236}">
                <a16:creationId xmlns:a16="http://schemas.microsoft.com/office/drawing/2014/main" id="{B7FF8D96-5718-97CB-41DD-F64C5A4BA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5131" y="2209800"/>
            <a:ext cx="9894808" cy="7074503"/>
          </a:xfrm>
          <a:prstGeom prst="rect">
            <a:avLst/>
          </a:prstGeom>
        </p:spPr>
      </p:pic>
    </p:spTree>
    <p:extLst>
      <p:ext uri="{BB962C8B-B14F-4D97-AF65-F5344CB8AC3E}">
        <p14:creationId xmlns:p14="http://schemas.microsoft.com/office/powerpoint/2010/main" val="2953876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List</a:t>
            </a:r>
          </a:p>
        </p:txBody>
      </p:sp>
      <p:sp>
        <p:nvSpPr>
          <p:cNvPr id="3" name="Text Placeholder 2"/>
          <p:cNvSpPr>
            <a:spLocks noGrp="1"/>
          </p:cNvSpPr>
          <p:nvPr>
            <p:ph type="body" idx="1"/>
          </p:nvPr>
        </p:nvSpPr>
        <p:spPr/>
        <p:txBody>
          <a:bodyPr/>
          <a:lstStyle/>
          <a:p>
            <a:r>
              <a:rPr lang="en-GB" altLang="en-US" dirty="0">
                <a:solidFill>
                  <a:schemeClr val="bg1">
                    <a:lumMod val="50000"/>
                  </a:schemeClr>
                </a:solidFill>
              </a:rPr>
              <a:t>Relational Model Terminology</a:t>
            </a:r>
          </a:p>
          <a:p>
            <a:r>
              <a:rPr lang="en-GB" altLang="en-US" dirty="0">
                <a:solidFill>
                  <a:schemeClr val="bg1">
                    <a:lumMod val="50000"/>
                  </a:schemeClr>
                </a:solidFill>
              </a:rPr>
              <a:t>Properties of Relations</a:t>
            </a:r>
          </a:p>
          <a:p>
            <a:r>
              <a:rPr lang="en-GB" altLang="en-US" dirty="0">
                <a:solidFill>
                  <a:schemeClr val="bg1">
                    <a:lumMod val="50000"/>
                  </a:schemeClr>
                </a:solidFill>
              </a:rPr>
              <a:t>Relational Keys</a:t>
            </a:r>
          </a:p>
          <a:p>
            <a:r>
              <a:rPr lang="en-GB" altLang="en-US" dirty="0">
                <a:solidFill>
                  <a:srgbClr val="00B050"/>
                </a:solidFill>
              </a:rPr>
              <a:t>Integrity Constraints</a:t>
            </a:r>
          </a:p>
        </p:txBody>
      </p:sp>
      <p:sp>
        <p:nvSpPr>
          <p:cNvPr id="5" name="Rectangle 4"/>
          <p:cNvSpPr/>
          <p:nvPr/>
        </p:nvSpPr>
        <p:spPr>
          <a:xfrm>
            <a:off x="2650331" y="2262505"/>
            <a:ext cx="7239000"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endParaRPr lang="en-US">
              <a:solidFill>
                <a:srgbClr val="FFFFFF"/>
              </a:solidFill>
            </a:endParaRPr>
          </a:p>
        </p:txBody>
      </p:sp>
    </p:spTree>
    <p:extLst>
      <p:ext uri="{BB962C8B-B14F-4D97-AF65-F5344CB8AC3E}">
        <p14:creationId xmlns:p14="http://schemas.microsoft.com/office/powerpoint/2010/main" val="400909454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050"/>
          <p:cNvSpPr>
            <a:spLocks noGrp="1" noChangeArrowheads="1"/>
          </p:cNvSpPr>
          <p:nvPr>
            <p:ph type="title"/>
          </p:nvPr>
        </p:nvSpPr>
        <p:spPr/>
        <p:txBody>
          <a:bodyPr lIns="128692" tIns="63217" rIns="128692" bIns="63217" anchor="b">
            <a:normAutofit/>
          </a:bodyPr>
          <a:lstStyle/>
          <a:p>
            <a:pPr>
              <a:defRPr/>
            </a:pPr>
            <a:r>
              <a:rPr lang="en-GB" altLang="en-US" dirty="0"/>
              <a:t>Integrity Constraints</a:t>
            </a:r>
          </a:p>
        </p:txBody>
      </p:sp>
      <p:sp>
        <p:nvSpPr>
          <p:cNvPr id="22531" name="Rectangle 2051"/>
          <p:cNvSpPr>
            <a:spLocks noGrp="1" noChangeArrowheads="1"/>
          </p:cNvSpPr>
          <p:nvPr>
            <p:ph idx="1"/>
          </p:nvPr>
        </p:nvSpPr>
        <p:spPr>
          <a:xfrm>
            <a:off x="762023" y="2209800"/>
            <a:ext cx="15816215" cy="5852160"/>
          </a:xfrm>
        </p:spPr>
        <p:txBody>
          <a:bodyPr lIns="128692" tIns="63217" rIns="128692" bIns="63217">
            <a:normAutofit/>
          </a:bodyPr>
          <a:lstStyle/>
          <a:p>
            <a:r>
              <a:rPr lang="en-GB" altLang="en-US" b="1" dirty="0"/>
              <a:t>Null</a:t>
            </a:r>
          </a:p>
          <a:p>
            <a:pPr lvl="1">
              <a:spcBef>
                <a:spcPts val="600"/>
              </a:spcBef>
            </a:pPr>
            <a:r>
              <a:rPr lang="en-GB" altLang="en-US" sz="3700" dirty="0"/>
              <a:t>Represents value for an attribute that is currently unknown or not applicable for this tuple.</a:t>
            </a:r>
          </a:p>
          <a:p>
            <a:pPr lvl="1">
              <a:spcBef>
                <a:spcPts val="600"/>
              </a:spcBef>
            </a:pPr>
            <a:r>
              <a:rPr lang="en-GB" altLang="en-US" sz="3700" dirty="0"/>
              <a:t>Deals with incomplete or exceptional data.</a:t>
            </a:r>
          </a:p>
          <a:p>
            <a:pPr lvl="1">
              <a:spcBef>
                <a:spcPts val="600"/>
              </a:spcBef>
            </a:pPr>
            <a:r>
              <a:rPr lang="en-GB" altLang="en-US" sz="3700" dirty="0"/>
              <a:t>Represents the absence of a value and is not the same as zero or spaces, which are values.</a:t>
            </a:r>
          </a:p>
        </p:txBody>
      </p:sp>
    </p:spTree>
    <p:extLst>
      <p:ext uri="{BB962C8B-B14F-4D97-AF65-F5344CB8AC3E}">
        <p14:creationId xmlns:p14="http://schemas.microsoft.com/office/powerpoint/2010/main" val="355766697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93AF4D0-0DCF-06BF-58F1-55A1E4E72A4C}"/>
            </a:ext>
          </a:extLst>
        </p:cNvPr>
        <p:cNvGrpSpPr/>
        <p:nvPr/>
      </p:nvGrpSpPr>
      <p:grpSpPr>
        <a:xfrm>
          <a:off x="0" y="0"/>
          <a:ext cx="0" cy="0"/>
          <a:chOff x="0" y="0"/>
          <a:chExt cx="0" cy="0"/>
        </a:xfrm>
      </p:grpSpPr>
      <p:sp>
        <p:nvSpPr>
          <p:cNvPr id="19458" name="Rectangle 2050">
            <a:extLst>
              <a:ext uri="{FF2B5EF4-FFF2-40B4-BE49-F238E27FC236}">
                <a16:creationId xmlns:a16="http://schemas.microsoft.com/office/drawing/2014/main" id="{9B539F51-1AB8-71F4-301A-283BFF8BA2BC}"/>
              </a:ext>
            </a:extLst>
          </p:cNvPr>
          <p:cNvSpPr>
            <a:spLocks noGrp="1" noChangeArrowheads="1"/>
          </p:cNvSpPr>
          <p:nvPr>
            <p:ph type="title"/>
          </p:nvPr>
        </p:nvSpPr>
        <p:spPr/>
        <p:txBody>
          <a:bodyPr lIns="128692" tIns="63217" rIns="128692" bIns="63217" anchor="b">
            <a:normAutofit/>
          </a:bodyPr>
          <a:lstStyle/>
          <a:p>
            <a:pPr>
              <a:defRPr/>
            </a:pPr>
            <a:r>
              <a:rPr lang="en-GB" altLang="en-US" dirty="0"/>
              <a:t>Integrity Constraints</a:t>
            </a:r>
          </a:p>
        </p:txBody>
      </p:sp>
      <p:sp>
        <p:nvSpPr>
          <p:cNvPr id="22531" name="Rectangle 2051">
            <a:extLst>
              <a:ext uri="{FF2B5EF4-FFF2-40B4-BE49-F238E27FC236}">
                <a16:creationId xmlns:a16="http://schemas.microsoft.com/office/drawing/2014/main" id="{6D09842F-CE80-8244-1CB0-4AF2C380EDE1}"/>
              </a:ext>
            </a:extLst>
          </p:cNvPr>
          <p:cNvSpPr>
            <a:spLocks noGrp="1" noChangeArrowheads="1"/>
          </p:cNvSpPr>
          <p:nvPr>
            <p:ph idx="1"/>
          </p:nvPr>
        </p:nvSpPr>
        <p:spPr>
          <a:xfrm>
            <a:off x="762023" y="2209800"/>
            <a:ext cx="15816215" cy="5852160"/>
          </a:xfrm>
        </p:spPr>
        <p:txBody>
          <a:bodyPr lIns="128692" tIns="63217" rIns="128692" bIns="63217">
            <a:normAutofit/>
          </a:bodyPr>
          <a:lstStyle/>
          <a:p>
            <a:pPr marL="446088" indent="-446088" defTabSz="315468"/>
            <a:r>
              <a:rPr lang="en-GB" altLang="en-US" b="1" dirty="0">
                <a:solidFill>
                  <a:schemeClr val="bg1">
                    <a:lumMod val="50000"/>
                  </a:schemeClr>
                </a:solidFill>
              </a:rPr>
              <a:t>Domain constraints</a:t>
            </a:r>
          </a:p>
          <a:p>
            <a:pPr marL="898525" lvl="1" indent="-452438" defTabSz="315468">
              <a:spcBef>
                <a:spcPts val="324"/>
              </a:spcBef>
            </a:pPr>
            <a:r>
              <a:rPr lang="en-GB" altLang="en-US" sz="4000" dirty="0">
                <a:solidFill>
                  <a:schemeClr val="bg1">
                    <a:lumMod val="50000"/>
                  </a:schemeClr>
                </a:solidFill>
              </a:rPr>
              <a:t>Domain constraints can be defined as the definition of a valid set of values for an attribute.</a:t>
            </a:r>
          </a:p>
          <a:p>
            <a:pPr lvl="1">
              <a:spcBef>
                <a:spcPts val="600"/>
              </a:spcBef>
            </a:pPr>
            <a:r>
              <a:rPr lang="en-GB" altLang="en-US" sz="4000" dirty="0">
                <a:solidFill>
                  <a:schemeClr val="bg1">
                    <a:lumMod val="50000"/>
                  </a:schemeClr>
                </a:solidFill>
              </a:rPr>
              <a:t>The data type of domain includes string, character, integer, time, date, currency, etc. The value of the attribute must be available in the corresponding domain</a:t>
            </a:r>
            <a:endParaRPr lang="en-GB" altLang="en-US" sz="3700" dirty="0"/>
          </a:p>
        </p:txBody>
      </p:sp>
      <p:pic>
        <p:nvPicPr>
          <p:cNvPr id="2" name="Picture 1" descr="A table with black text and numbers&#10;&#10;Description automatically generated">
            <a:extLst>
              <a:ext uri="{FF2B5EF4-FFF2-40B4-BE49-F238E27FC236}">
                <a16:creationId xmlns:a16="http://schemas.microsoft.com/office/drawing/2014/main" id="{F651A560-B70D-E4C9-7BA5-1D1AA61549F7}"/>
              </a:ext>
            </a:extLst>
          </p:cNvPr>
          <p:cNvPicPr>
            <a:picLocks noChangeAspect="1"/>
          </p:cNvPicPr>
          <p:nvPr/>
        </p:nvPicPr>
        <p:blipFill>
          <a:blip r:embed="rId3"/>
          <a:stretch>
            <a:fillRect/>
          </a:stretch>
        </p:blipFill>
        <p:spPr>
          <a:xfrm>
            <a:off x="5088731" y="6362700"/>
            <a:ext cx="6643684" cy="2362200"/>
          </a:xfrm>
          <a:prstGeom prst="rect">
            <a:avLst/>
          </a:prstGeom>
          <a:ln w="38100">
            <a:solidFill>
              <a:schemeClr val="bg1">
                <a:lumMod val="50000"/>
              </a:schemeClr>
            </a:solidFill>
          </a:ln>
        </p:spPr>
      </p:pic>
    </p:spTree>
    <p:extLst>
      <p:ext uri="{BB962C8B-B14F-4D97-AF65-F5344CB8AC3E}">
        <p14:creationId xmlns:p14="http://schemas.microsoft.com/office/powerpoint/2010/main" val="422037998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lIns="128692" tIns="63217" rIns="128692" bIns="63217" anchor="b">
            <a:normAutofit/>
          </a:bodyPr>
          <a:lstStyle/>
          <a:p>
            <a:pPr>
              <a:defRPr/>
            </a:pPr>
            <a:r>
              <a:rPr lang="en-GB" altLang="en-US" dirty="0"/>
              <a:t>Integrity Constraints</a:t>
            </a:r>
          </a:p>
        </p:txBody>
      </p:sp>
      <p:sp>
        <p:nvSpPr>
          <p:cNvPr id="23555" name="Rectangle 3"/>
          <p:cNvSpPr>
            <a:spLocks noGrp="1" noChangeArrowheads="1"/>
          </p:cNvSpPr>
          <p:nvPr>
            <p:ph idx="1"/>
          </p:nvPr>
        </p:nvSpPr>
        <p:spPr>
          <a:xfrm>
            <a:off x="762024" y="2214881"/>
            <a:ext cx="8822508" cy="5852160"/>
          </a:xfrm>
        </p:spPr>
        <p:txBody>
          <a:bodyPr lIns="128692" tIns="63217" rIns="128692" bIns="63217">
            <a:normAutofit/>
          </a:bodyPr>
          <a:lstStyle/>
          <a:p>
            <a:r>
              <a:rPr lang="en-GB" altLang="en-US" b="1" dirty="0"/>
              <a:t>Entity Integrity constraint</a:t>
            </a:r>
          </a:p>
          <a:p>
            <a:pPr lvl="1">
              <a:spcBef>
                <a:spcPts val="600"/>
              </a:spcBef>
            </a:pPr>
            <a:r>
              <a:rPr lang="en-GB" altLang="en-US" dirty="0"/>
              <a:t>In a base relation, no attribute of a primary key can be null. </a:t>
            </a:r>
          </a:p>
          <a:p>
            <a:pPr lvl="1">
              <a:spcBef>
                <a:spcPts val="600"/>
              </a:spcBef>
            </a:pPr>
            <a:r>
              <a:rPr lang="en-GB" altLang="en-US" dirty="0"/>
              <a:t>Primary key must also be unique.</a:t>
            </a:r>
          </a:p>
        </p:txBody>
      </p:sp>
      <p:pic>
        <p:nvPicPr>
          <p:cNvPr id="3" name="Picture 2">
            <a:extLst>
              <a:ext uri="{FF2B5EF4-FFF2-40B4-BE49-F238E27FC236}">
                <a16:creationId xmlns:a16="http://schemas.microsoft.com/office/drawing/2014/main" id="{476771F7-CFAF-F2C8-9620-9099B3A72BD6}"/>
              </a:ext>
            </a:extLst>
          </p:cNvPr>
          <p:cNvPicPr>
            <a:picLocks noChangeAspect="1"/>
          </p:cNvPicPr>
          <p:nvPr/>
        </p:nvPicPr>
        <p:blipFill>
          <a:blip r:embed="rId3"/>
          <a:stretch>
            <a:fillRect/>
          </a:stretch>
        </p:blipFill>
        <p:spPr>
          <a:xfrm>
            <a:off x="9840687" y="2832100"/>
            <a:ext cx="5895918" cy="2349500"/>
          </a:xfrm>
          <a:prstGeom prst="rect">
            <a:avLst/>
          </a:prstGeom>
          <a:ln w="38100">
            <a:solidFill>
              <a:schemeClr val="bg1">
                <a:lumMod val="50000"/>
              </a:schemeClr>
            </a:solidFill>
          </a:ln>
        </p:spPr>
      </p:pic>
    </p:spTree>
    <p:extLst>
      <p:ext uri="{BB962C8B-B14F-4D97-AF65-F5344CB8AC3E}">
        <p14:creationId xmlns:p14="http://schemas.microsoft.com/office/powerpoint/2010/main" val="281286256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lIns="128692" tIns="63217" rIns="128692" bIns="63217" anchor="b">
            <a:normAutofit/>
          </a:bodyPr>
          <a:lstStyle/>
          <a:p>
            <a:pPr>
              <a:defRPr/>
            </a:pPr>
            <a:r>
              <a:rPr lang="en-GB" altLang="en-US" dirty="0"/>
              <a:t>Integrity Constraints</a:t>
            </a:r>
          </a:p>
        </p:txBody>
      </p:sp>
      <p:sp>
        <p:nvSpPr>
          <p:cNvPr id="23555" name="Rectangle 3"/>
          <p:cNvSpPr>
            <a:spLocks noGrp="1" noChangeArrowheads="1"/>
          </p:cNvSpPr>
          <p:nvPr>
            <p:ph idx="1"/>
          </p:nvPr>
        </p:nvSpPr>
        <p:spPr>
          <a:xfrm>
            <a:off x="762023" y="2214880"/>
            <a:ext cx="6841307" cy="7081519"/>
          </a:xfrm>
        </p:spPr>
        <p:txBody>
          <a:bodyPr lIns="128692" tIns="63217" rIns="128692" bIns="63217">
            <a:normAutofit/>
          </a:bodyPr>
          <a:lstStyle/>
          <a:p>
            <a:r>
              <a:rPr lang="en-GB" altLang="en-US" b="1" dirty="0"/>
              <a:t>Referential Integrity</a:t>
            </a:r>
          </a:p>
          <a:p>
            <a:pPr lvl="1">
              <a:spcBef>
                <a:spcPts val="600"/>
              </a:spcBef>
            </a:pPr>
            <a:r>
              <a:rPr lang="en-GB" altLang="en-US" dirty="0"/>
              <a:t>If foreign key exists in a relation (Table 1), either the foreign key value must match the primary (or alternate) key value of some tuple in its home relation (Table 2) or the foreign key value must be wholly null</a:t>
            </a:r>
            <a:r>
              <a:rPr lang="en-GB" altLang="en-US" b="1" dirty="0"/>
              <a:t>.</a:t>
            </a:r>
          </a:p>
        </p:txBody>
      </p:sp>
      <p:pic>
        <p:nvPicPr>
          <p:cNvPr id="2" name="Picture 1">
            <a:extLst>
              <a:ext uri="{FF2B5EF4-FFF2-40B4-BE49-F238E27FC236}">
                <a16:creationId xmlns:a16="http://schemas.microsoft.com/office/drawing/2014/main" id="{5D4FCBB3-06A9-5663-C9E5-0E2FBB7C6692}"/>
              </a:ext>
            </a:extLst>
          </p:cNvPr>
          <p:cNvPicPr>
            <a:picLocks noChangeAspect="1"/>
          </p:cNvPicPr>
          <p:nvPr/>
        </p:nvPicPr>
        <p:blipFill>
          <a:blip r:embed="rId3"/>
          <a:stretch>
            <a:fillRect/>
          </a:stretch>
        </p:blipFill>
        <p:spPr>
          <a:xfrm>
            <a:off x="8136731" y="2590800"/>
            <a:ext cx="8094369" cy="5069839"/>
          </a:xfrm>
          <a:prstGeom prst="rect">
            <a:avLst/>
          </a:prstGeom>
          <a:ln w="38100">
            <a:solidFill>
              <a:schemeClr val="bg1">
                <a:lumMod val="50000"/>
              </a:schemeClr>
            </a:solidFill>
          </a:ln>
        </p:spPr>
      </p:pic>
    </p:spTree>
    <p:extLst>
      <p:ext uri="{BB962C8B-B14F-4D97-AF65-F5344CB8AC3E}">
        <p14:creationId xmlns:p14="http://schemas.microsoft.com/office/powerpoint/2010/main" val="226642826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lIns="128692" tIns="63217" rIns="128692" bIns="63217" anchor="b">
            <a:normAutofit/>
          </a:bodyPr>
          <a:lstStyle/>
          <a:p>
            <a:pPr>
              <a:defRPr/>
            </a:pPr>
            <a:r>
              <a:rPr lang="en-GB" altLang="en-US" dirty="0"/>
              <a:t>Integrity Constraints</a:t>
            </a:r>
          </a:p>
        </p:txBody>
      </p:sp>
      <p:sp>
        <p:nvSpPr>
          <p:cNvPr id="26627" name="Rectangle 3"/>
          <p:cNvSpPr>
            <a:spLocks noGrp="1" noChangeArrowheads="1"/>
          </p:cNvSpPr>
          <p:nvPr>
            <p:ph idx="1"/>
          </p:nvPr>
        </p:nvSpPr>
        <p:spPr>
          <a:xfrm>
            <a:off x="762023" y="2214881"/>
            <a:ext cx="15816215" cy="5852160"/>
          </a:xfrm>
        </p:spPr>
        <p:txBody>
          <a:bodyPr lIns="128692" tIns="63217" rIns="128692" bIns="63217">
            <a:normAutofit/>
          </a:bodyPr>
          <a:lstStyle/>
          <a:p>
            <a:r>
              <a:rPr lang="en-GB" altLang="en-US" b="1" dirty="0"/>
              <a:t>General Constraints</a:t>
            </a:r>
          </a:p>
          <a:p>
            <a:pPr lvl="1">
              <a:spcBef>
                <a:spcPts val="600"/>
              </a:spcBef>
            </a:pPr>
            <a:r>
              <a:rPr lang="en-GB" altLang="en-US" dirty="0"/>
              <a:t>Additional rules specified by users or database administrators that define or constrain some aspect of the enterprise.</a:t>
            </a:r>
          </a:p>
          <a:p>
            <a:pPr lvl="1">
              <a:spcBef>
                <a:spcPts val="1800"/>
              </a:spcBef>
            </a:pPr>
            <a:r>
              <a:rPr lang="en-GB" altLang="en-US" dirty="0"/>
              <a:t>For Example:</a:t>
            </a:r>
            <a:br>
              <a:rPr lang="en-GB" altLang="en-US" dirty="0"/>
            </a:br>
            <a:r>
              <a:rPr lang="en-GB" altLang="en-US" dirty="0"/>
              <a:t>In the </a:t>
            </a:r>
            <a:r>
              <a:rPr lang="en-GB" altLang="en-US" dirty="0" err="1"/>
              <a:t>PropertyForRent</a:t>
            </a:r>
            <a:r>
              <a:rPr lang="en-GB" altLang="en-US" dirty="0"/>
              <a:t> table, type must be House, Flat or Apartment.</a:t>
            </a:r>
          </a:p>
        </p:txBody>
      </p:sp>
    </p:spTree>
    <p:extLst>
      <p:ext uri="{BB962C8B-B14F-4D97-AF65-F5344CB8AC3E}">
        <p14:creationId xmlns:p14="http://schemas.microsoft.com/office/powerpoint/2010/main" val="57155604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143EF-455F-D1BA-A8FE-2224623B6E63}"/>
            </a:ext>
          </a:extLst>
        </p:cNvPr>
        <p:cNvGrpSpPr/>
        <p:nvPr/>
      </p:nvGrpSpPr>
      <p:grpSpPr>
        <a:xfrm>
          <a:off x="0" y="0"/>
          <a:ext cx="0" cy="0"/>
          <a:chOff x="0" y="0"/>
          <a:chExt cx="0" cy="0"/>
        </a:xfrm>
      </p:grpSpPr>
      <p:sp>
        <p:nvSpPr>
          <p:cNvPr id="12290" name="Title 1">
            <a:extLst>
              <a:ext uri="{FF2B5EF4-FFF2-40B4-BE49-F238E27FC236}">
                <a16:creationId xmlns:a16="http://schemas.microsoft.com/office/drawing/2014/main" id="{F1C21579-2AD2-C3C4-A980-2B2B94D19347}"/>
              </a:ext>
            </a:extLst>
          </p:cNvPr>
          <p:cNvSpPr>
            <a:spLocks noGrp="1"/>
          </p:cNvSpPr>
          <p:nvPr>
            <p:ph type="title"/>
          </p:nvPr>
        </p:nvSpPr>
        <p:spPr/>
        <p:txBody>
          <a:bodyPr/>
          <a:lstStyle/>
          <a:p>
            <a:pPr>
              <a:defRPr/>
            </a:pPr>
            <a:r>
              <a:rPr lang="en-US" altLang="en-US" dirty="0"/>
              <a:t>Sample Relations</a:t>
            </a:r>
          </a:p>
        </p:txBody>
      </p:sp>
      <p:sp>
        <p:nvSpPr>
          <p:cNvPr id="15363" name="Content Placeholder 2">
            <a:extLst>
              <a:ext uri="{FF2B5EF4-FFF2-40B4-BE49-F238E27FC236}">
                <a16:creationId xmlns:a16="http://schemas.microsoft.com/office/drawing/2014/main" id="{62B83041-4604-DAF6-697C-6EFE12A50824}"/>
              </a:ext>
            </a:extLst>
          </p:cNvPr>
          <p:cNvSpPr>
            <a:spLocks noGrp="1"/>
          </p:cNvSpPr>
          <p:nvPr>
            <p:ph idx="1"/>
          </p:nvPr>
        </p:nvSpPr>
        <p:spPr>
          <a:xfrm>
            <a:off x="762023" y="2209800"/>
            <a:ext cx="9965508" cy="6629400"/>
          </a:xfrm>
        </p:spPr>
        <p:txBody>
          <a:bodyPr>
            <a:normAutofit/>
          </a:bodyPr>
          <a:lstStyle/>
          <a:p>
            <a:pPr>
              <a:lnSpc>
                <a:spcPct val="90000"/>
              </a:lnSpc>
            </a:pPr>
            <a:r>
              <a:rPr lang="en-GB" altLang="en-US" dirty="0"/>
              <a:t>These 2 relations adhere to the properties of a relation:</a:t>
            </a:r>
          </a:p>
          <a:p>
            <a:pPr lvl="1">
              <a:lnSpc>
                <a:spcPct val="90000"/>
              </a:lnSpc>
              <a:spcBef>
                <a:spcPts val="600"/>
              </a:spcBef>
            </a:pPr>
            <a:r>
              <a:rPr lang="en-GB" altLang="en-US" dirty="0"/>
              <a:t>Relation names are distinct.</a:t>
            </a:r>
          </a:p>
          <a:p>
            <a:pPr lvl="1">
              <a:lnSpc>
                <a:spcPct val="90000"/>
              </a:lnSpc>
              <a:spcBef>
                <a:spcPts val="600"/>
              </a:spcBef>
            </a:pPr>
            <a:r>
              <a:rPr lang="en-GB" altLang="en-US" dirty="0"/>
              <a:t>Each cell of each relation contains one value.</a:t>
            </a:r>
          </a:p>
          <a:p>
            <a:pPr lvl="1">
              <a:lnSpc>
                <a:spcPct val="90000"/>
              </a:lnSpc>
              <a:spcBef>
                <a:spcPts val="600"/>
              </a:spcBef>
            </a:pPr>
            <a:r>
              <a:rPr lang="en-GB" altLang="en-US" dirty="0"/>
              <a:t>Each attribute has a distinct name.</a:t>
            </a:r>
          </a:p>
          <a:p>
            <a:pPr lvl="1">
              <a:lnSpc>
                <a:spcPct val="90000"/>
              </a:lnSpc>
              <a:spcBef>
                <a:spcPts val="600"/>
              </a:spcBef>
            </a:pPr>
            <a:r>
              <a:rPr lang="en-GB" altLang="en-US" dirty="0"/>
              <a:t>Values of an attribute are all from the same domain (e.g. </a:t>
            </a:r>
            <a:r>
              <a:rPr lang="en-GB" altLang="en-US" i="1" dirty="0"/>
              <a:t>city</a:t>
            </a:r>
            <a:r>
              <a:rPr lang="en-GB" altLang="en-US" dirty="0"/>
              <a:t> column, </a:t>
            </a:r>
            <a:r>
              <a:rPr lang="en-GB" altLang="en-US" i="1" dirty="0"/>
              <a:t>position</a:t>
            </a:r>
            <a:r>
              <a:rPr lang="en-GB" altLang="en-US" dirty="0"/>
              <a:t> column).</a:t>
            </a:r>
          </a:p>
          <a:p>
            <a:pPr lvl="1">
              <a:lnSpc>
                <a:spcPct val="90000"/>
              </a:lnSpc>
              <a:spcBef>
                <a:spcPts val="600"/>
              </a:spcBef>
            </a:pPr>
            <a:r>
              <a:rPr lang="en-GB" altLang="en-US" dirty="0"/>
              <a:t>Each tuple is distinct; there are no duplicate tuples because of the primary key.</a:t>
            </a:r>
          </a:p>
          <a:p>
            <a:pPr>
              <a:lnSpc>
                <a:spcPct val="90000"/>
              </a:lnSpc>
              <a:spcBef>
                <a:spcPts val="600"/>
              </a:spcBef>
            </a:pPr>
            <a:r>
              <a:rPr lang="en-GB" altLang="en-US" dirty="0"/>
              <a:t>These relations also adhere to the Entity and Referential Integrity constraints.</a:t>
            </a:r>
          </a:p>
          <a:p>
            <a:pPr>
              <a:lnSpc>
                <a:spcPct val="90000"/>
              </a:lnSpc>
            </a:pPr>
            <a:endParaRPr lang="en-GB" altLang="en-US" dirty="0"/>
          </a:p>
        </p:txBody>
      </p:sp>
      <p:pic>
        <p:nvPicPr>
          <p:cNvPr id="16" name="Picture 15">
            <a:extLst>
              <a:ext uri="{FF2B5EF4-FFF2-40B4-BE49-F238E27FC236}">
                <a16:creationId xmlns:a16="http://schemas.microsoft.com/office/drawing/2014/main" id="{C54DDD98-BA3F-CEBB-3458-393C83501922}"/>
              </a:ext>
            </a:extLst>
          </p:cNvPr>
          <p:cNvPicPr>
            <a:picLocks noChangeAspect="1"/>
          </p:cNvPicPr>
          <p:nvPr/>
        </p:nvPicPr>
        <p:blipFill>
          <a:blip r:embed="rId2"/>
          <a:stretch>
            <a:fillRect/>
          </a:stretch>
        </p:blipFill>
        <p:spPr>
          <a:xfrm>
            <a:off x="10956131" y="2438400"/>
            <a:ext cx="5758131" cy="2286000"/>
          </a:xfrm>
          <a:prstGeom prst="rect">
            <a:avLst/>
          </a:prstGeom>
          <a:ln w="38100">
            <a:solidFill>
              <a:schemeClr val="bg1">
                <a:lumMod val="50000"/>
              </a:schemeClr>
            </a:solidFill>
          </a:ln>
        </p:spPr>
      </p:pic>
      <p:pic>
        <p:nvPicPr>
          <p:cNvPr id="20" name="Picture 19">
            <a:extLst>
              <a:ext uri="{FF2B5EF4-FFF2-40B4-BE49-F238E27FC236}">
                <a16:creationId xmlns:a16="http://schemas.microsoft.com/office/drawing/2014/main" id="{449207A8-3D0B-2EE4-0178-E99303E3FE7E}"/>
              </a:ext>
            </a:extLst>
          </p:cNvPr>
          <p:cNvPicPr>
            <a:picLocks noChangeAspect="1"/>
          </p:cNvPicPr>
          <p:nvPr/>
        </p:nvPicPr>
        <p:blipFill>
          <a:blip r:embed="rId3"/>
          <a:stretch>
            <a:fillRect/>
          </a:stretch>
        </p:blipFill>
        <p:spPr>
          <a:xfrm>
            <a:off x="11402581" y="5181600"/>
            <a:ext cx="5144262" cy="3276600"/>
          </a:xfrm>
          <a:prstGeom prst="rect">
            <a:avLst/>
          </a:prstGeom>
          <a:ln w="38100">
            <a:solidFill>
              <a:schemeClr val="bg1">
                <a:lumMod val="50000"/>
              </a:schemeClr>
            </a:solidFill>
          </a:ln>
        </p:spPr>
      </p:pic>
    </p:spTree>
    <p:extLst>
      <p:ext uri="{BB962C8B-B14F-4D97-AF65-F5344CB8AC3E}">
        <p14:creationId xmlns:p14="http://schemas.microsoft.com/office/powerpoint/2010/main" val="3060175865"/>
      </p:ext>
    </p:extLst>
  </p:cSld>
  <p:clrMapOvr>
    <a:masterClrMapping/>
  </p:clrMapOvr>
</p:sld>
</file>

<file path=ppt/theme/theme1.xml><?xml version="1.0" encoding="utf-8"?>
<a:theme xmlns:a="http://schemas.openxmlformats.org/drawingml/2006/main" name="ModernPortfolio">
  <a:themeElements>
    <a:clrScheme name="ModernPortfolio">
      <a:dk1>
        <a:srgbClr val="000000"/>
      </a:dk1>
      <a:lt1>
        <a:srgbClr val="FFFFFF"/>
      </a:lt1>
      <a:dk2>
        <a:srgbClr val="5C5C5C"/>
      </a:dk2>
      <a:lt2>
        <a:srgbClr val="CBCBCB"/>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Neue Light"/>
        <a:ea typeface="Helvetica Neue Light"/>
        <a:cs typeface="Helvetica Neue Light"/>
      </a:majorFont>
      <a:minorFont>
        <a:latin typeface="Helvetica Neue Light"/>
        <a:ea typeface="Helvetica Neue Light"/>
        <a:cs typeface="Helvetica Neue Light"/>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12166"/>
            <a:lumOff val="-13042"/>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ABABAB"/>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dernPortfolio">
  <a:themeElements>
    <a:clrScheme name="ModernPortfolio">
      <a:dk1>
        <a:srgbClr val="000000"/>
      </a:dk1>
      <a:lt1>
        <a:srgbClr val="FFFFFF"/>
      </a:lt1>
      <a:dk2>
        <a:srgbClr val="5C5C5C"/>
      </a:dk2>
      <a:lt2>
        <a:srgbClr val="CBCBCB"/>
      </a:lt2>
      <a:accent1>
        <a:srgbClr val="557E8A"/>
      </a:accent1>
      <a:accent2>
        <a:srgbClr val="88885A"/>
      </a:accent2>
      <a:accent3>
        <a:srgbClr val="B29E85"/>
      </a:accent3>
      <a:accent4>
        <a:srgbClr val="BB7B52"/>
      </a:accent4>
      <a:accent5>
        <a:srgbClr val="CF7F66"/>
      </a:accent5>
      <a:accent6>
        <a:srgbClr val="62647B"/>
      </a:accent6>
      <a:hlink>
        <a:srgbClr val="0000FF"/>
      </a:hlink>
      <a:folHlink>
        <a:srgbClr val="FF00FF"/>
      </a:folHlink>
    </a:clrScheme>
    <a:fontScheme name="ModernPortfolio">
      <a:majorFont>
        <a:latin typeface="Helvetica Neue Light"/>
        <a:ea typeface="Helvetica Neue Light"/>
        <a:cs typeface="Helvetica Neue Light"/>
      </a:majorFont>
      <a:minorFont>
        <a:latin typeface="Helvetica Neue Light"/>
        <a:ea typeface="Helvetica Neue Light"/>
        <a:cs typeface="Helvetica Neue Light"/>
      </a:minorFont>
    </a:fontScheme>
    <a:fmtScheme name="ModernPortfol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12166"/>
            <a:lumOff val="-13042"/>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ABABAB"/>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668</Words>
  <Application>Microsoft Office PowerPoint</Application>
  <PresentationFormat>Custom</PresentationFormat>
  <Paragraphs>83</Paragraphs>
  <Slides>19</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Helvetica</vt:lpstr>
      <vt:lpstr>Helvetica Neue</vt:lpstr>
      <vt:lpstr>Helvetica Neue Light</vt:lpstr>
      <vt:lpstr>Helvetica Neue Medium</vt:lpstr>
      <vt:lpstr>ModernPortfolio</vt:lpstr>
      <vt:lpstr>Office Theme</vt:lpstr>
      <vt:lpstr>The Relational Model</vt:lpstr>
      <vt:lpstr>Topics List</vt:lpstr>
      <vt:lpstr>Relational Model Terminology</vt:lpstr>
      <vt:lpstr>Relational Model Terminology</vt:lpstr>
      <vt:lpstr>Relational Model Terminology</vt:lpstr>
      <vt:lpstr>Topics List</vt:lpstr>
      <vt:lpstr>Properties of Relations</vt:lpstr>
      <vt:lpstr>Properties of Relations</vt:lpstr>
      <vt:lpstr>Topics List</vt:lpstr>
      <vt:lpstr>Keys</vt:lpstr>
      <vt:lpstr>Relational Keys</vt:lpstr>
      <vt:lpstr>Relational Keys</vt:lpstr>
      <vt:lpstr>Topics List</vt:lpstr>
      <vt:lpstr>Integrity Constraints</vt:lpstr>
      <vt:lpstr>Integrity Constraints</vt:lpstr>
      <vt:lpstr>Integrity Constraints</vt:lpstr>
      <vt:lpstr>Integrity Constraints</vt:lpstr>
      <vt:lpstr>Integrity Constraints</vt:lpstr>
      <vt:lpstr>Sample Relations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Relational Model</dc:title>
  <dc:creator>mary</dc:creator>
  <cp:lastModifiedBy>Mary Lyng</cp:lastModifiedBy>
  <cp:revision>59</cp:revision>
  <dcterms:modified xsi:type="dcterms:W3CDTF">2026-01-14T09:51:15Z</dcterms:modified>
</cp:coreProperties>
</file>