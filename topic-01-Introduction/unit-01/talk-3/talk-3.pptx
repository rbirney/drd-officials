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9"/>
  </p:notesMasterIdLst>
  <p:sldIdLst>
    <p:sldId id="399" r:id="rId3"/>
    <p:sldId id="278" r:id="rId4"/>
    <p:sldId id="299" r:id="rId5"/>
    <p:sldId id="301" r:id="rId6"/>
    <p:sldId id="338" r:id="rId7"/>
    <p:sldId id="304" r:id="rId8"/>
    <p:sldId id="340" r:id="rId9"/>
    <p:sldId id="339" r:id="rId10"/>
    <p:sldId id="349" r:id="rId11"/>
    <p:sldId id="342" r:id="rId12"/>
    <p:sldId id="343" r:id="rId13"/>
    <p:sldId id="345" r:id="rId14"/>
    <p:sldId id="346" r:id="rId15"/>
    <p:sldId id="347" r:id="rId16"/>
    <p:sldId id="350" r:id="rId17"/>
    <p:sldId id="348" r:id="rId18"/>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9pPr>
  </p:defaultTextStyle>
  <p:extLst>
    <p:ext uri="{EFAFB233-063F-42B5-8137-9DF3F51BA10A}">
      <p15:sldGuideLst xmlns:p15="http://schemas.microsoft.com/office/powerpoint/2012/main">
        <p15:guide id="1" orient="horz" pos="3072" userDrawn="1">
          <p15:clr>
            <a:srgbClr val="A4A3A4"/>
          </p15:clr>
        </p15:guide>
        <p15:guide id="2" pos="54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B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C4C6C6"/>
              </a:solidFill>
              <a:prstDash val="solid"/>
              <a:miter lim="400000"/>
            </a:ln>
          </a:top>
          <a:bottom>
            <a:ln w="25400" cap="flat">
              <a:solidFill>
                <a:srgbClr val="C4C6C6"/>
              </a:solidFill>
              <a:prstDash val="solid"/>
              <a:miter lim="400000"/>
            </a:ln>
          </a:bottom>
          <a:insideH>
            <a:ln w="25400" cap="flat">
              <a:solidFill>
                <a:srgbClr val="C4C6C6"/>
              </a:solidFill>
              <a:prstDash val="solid"/>
              <a:miter lim="400000"/>
            </a:ln>
          </a:insideH>
          <a:insideV>
            <a:ln w="12700" cap="flat">
              <a:noFill/>
              <a:miter lim="400000"/>
            </a:ln>
          </a:insideV>
        </a:tcBdr>
        <a:fill>
          <a:noFill/>
        </a:fill>
      </a:tcStyle>
    </a:wholeTbl>
    <a:band2H>
      <a:tcTxStyle/>
      <a:tcStyle>
        <a:tcBdr/>
        <a:fill>
          <a:solidFill>
            <a:srgbClr val="F2F2F2"/>
          </a:solidFill>
        </a:fill>
      </a:tcStyle>
    </a:band2H>
    <a:firstCol>
      <a:tcTxStyle b="off" i="off">
        <a:font>
          <a:latin typeface="Helvetica Neue"/>
          <a:ea typeface="Helvetica Neue"/>
          <a:cs typeface="Helvetica Neue"/>
        </a:font>
        <a:srgbClr val="444444"/>
      </a:tcTxStyle>
      <a:tcStyle>
        <a:tcBdr>
          <a:left>
            <a:ln w="12700" cap="flat">
              <a:solidFill>
                <a:srgbClr val="000000"/>
              </a:solidFill>
              <a:prstDash val="solid"/>
              <a:miter lim="400000"/>
            </a:ln>
          </a:left>
          <a:right>
            <a:ln w="12700" cap="flat">
              <a:solidFill>
                <a:srgbClr val="C4C6C6"/>
              </a:solidFill>
              <a:prstDash val="solid"/>
              <a:miter lim="400000"/>
            </a:ln>
          </a:right>
          <a:top>
            <a:ln w="25400" cap="flat">
              <a:solidFill>
                <a:srgbClr val="C4C6C6"/>
              </a:solidFill>
              <a:prstDash val="solid"/>
              <a:miter lim="400000"/>
            </a:ln>
          </a:top>
          <a:bottom>
            <a:ln w="25400" cap="flat">
              <a:solidFill>
                <a:srgbClr val="C4C6C6"/>
              </a:solidFill>
              <a:prstDash val="solid"/>
              <a:miter lim="400000"/>
            </a:ln>
          </a:bottom>
          <a:insideH>
            <a:ln w="25400" cap="flat">
              <a:solidFill>
                <a:srgbClr val="C4C6C6"/>
              </a:solidFill>
              <a:prstDash val="solid"/>
              <a:miter lim="400000"/>
            </a:ln>
          </a:insideH>
          <a:insideV>
            <a:ln w="12700" cap="flat">
              <a:noFill/>
              <a:miter lim="400000"/>
            </a:ln>
          </a:insideV>
        </a:tcBdr>
        <a:fill>
          <a:solidFill>
            <a:srgbClr val="E8E9E8"/>
          </a:solidFill>
        </a:fill>
      </a:tcStyle>
    </a:firstCol>
    <a:la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noFill/>
              <a:miter lim="400000"/>
            </a:ln>
          </a:insideH>
          <a:insideV>
            <a:ln w="12700" cap="flat">
              <a:noFill/>
              <a:miter lim="400000"/>
            </a:ln>
          </a:insideV>
        </a:tcBdr>
        <a:fill>
          <a:noFill/>
        </a:fill>
      </a:tcStyle>
    </a:lastRow>
    <a:fir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0" cap="flat">
              <a:noFill/>
              <a:miter lim="400000"/>
            </a:ln>
          </a:bottom>
          <a:insideH>
            <a:ln w="12700" cap="flat">
              <a:noFill/>
              <a:miter lim="400000"/>
            </a:ln>
          </a:insideH>
          <a:insideV>
            <a:ln w="12700" cap="flat">
              <a:noFill/>
              <a:miter lim="400000"/>
            </a:ln>
          </a:insideV>
        </a:tcBdr>
        <a:fill>
          <a:solidFill>
            <a:schemeClr val="accent1">
              <a:satOff val="12166"/>
              <a:lumOff val="-13042"/>
            </a:schemeClr>
          </a:solidFill>
        </a:fill>
      </a:tcStyle>
    </a:firstRow>
  </a:tblStyle>
  <a:tblStyle styleId="{C7B018BB-80A7-4F77-B60F-C8B233D01FF8}" styleName="">
    <a:tblBg/>
    <a:wholeTb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noFill/>
        </a:fill>
      </a:tcStyle>
    </a:wholeTbl>
    <a:band2H>
      <a:tcTxStyle/>
      <a:tcStyle>
        <a:tcBdr/>
        <a:fill>
          <a:solidFill>
            <a:srgbClr val="EFF8FA"/>
          </a:solidFill>
        </a:fill>
      </a:tcStyle>
    </a:band2H>
    <a:firstCo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4F728F"/>
              </a:solidFill>
              <a:prstDash val="solid"/>
              <a:miter lim="400000"/>
            </a:ln>
          </a:top>
          <a:bottom>
            <a:ln w="12700" cap="flat">
              <a:solidFill>
                <a:srgbClr val="4F728F"/>
              </a:solidFill>
              <a:prstDash val="solid"/>
              <a:miter lim="400000"/>
            </a:ln>
          </a:bottom>
          <a:insideH>
            <a:ln w="12700" cap="flat">
              <a:solidFill>
                <a:srgbClr val="4F728F"/>
              </a:solidFill>
              <a:prstDash val="solid"/>
              <a:miter lim="400000"/>
            </a:ln>
          </a:insideH>
          <a:insideV>
            <a:ln w="12700" cap="flat">
              <a:noFill/>
              <a:miter lim="400000"/>
            </a:ln>
          </a:insideV>
        </a:tcBdr>
        <a:fill>
          <a:solidFill>
            <a:srgbClr val="D4DADF"/>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solidFill>
                <a:srgbClr val="747474"/>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638EB0"/>
          </a:solidFill>
        </a:fill>
      </a:tcStyle>
    </a:lastRow>
    <a:fir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solidFill>
                <a:srgbClr val="747474"/>
              </a:solidFill>
              <a:prstDash val="solid"/>
              <a:miter lim="400000"/>
            </a:ln>
          </a:bottom>
          <a:insideH>
            <a:ln w="12700" cap="flat">
              <a:noFill/>
              <a:miter lim="400000"/>
            </a:ln>
          </a:insideH>
          <a:insideV>
            <a:ln w="12700" cap="flat">
              <a:noFill/>
              <a:miter lim="400000"/>
            </a:ln>
          </a:insideV>
        </a:tcBdr>
        <a:fill>
          <a:solidFill>
            <a:srgbClr val="173D59"/>
          </a:solidFill>
        </a:fill>
      </a:tcStyle>
    </a:firstRow>
  </a:tblStyle>
  <a:tblStyle styleId="{EEE7283C-3CF3-47DC-8721-378D4A62B228}" styleName="">
    <a:tblBg/>
    <a:wholeTbl>
      <a:tcTxStyle b="off" i="off">
        <a:font>
          <a:latin typeface="Helvetica Neue"/>
          <a:ea typeface="Helvetica Neue"/>
          <a:cs typeface="Helvetica Neue"/>
        </a:font>
        <a:srgbClr val="444444"/>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wholeTbl>
    <a:band2H>
      <a:tcTxStyle/>
      <a:tcStyle>
        <a:tcBdr/>
        <a:fill>
          <a:solidFill>
            <a:srgbClr val="F2F2F2"/>
          </a:solidFill>
        </a:fill>
      </a:tcStyle>
    </a:band2H>
    <a:firstCol>
      <a:tcTxStyle b="off" i="off">
        <a:font>
          <a:latin typeface="Helvetica Neue"/>
          <a:ea typeface="Helvetica Neue"/>
          <a:cs typeface="Helvetica Neue"/>
        </a:font>
        <a:srgbClr val="444444"/>
      </a:tcTxStyle>
      <a:tcStyle>
        <a:tcBdr>
          <a:left>
            <a:ln w="12700" cap="flat">
              <a:solidFill>
                <a:srgbClr val="3C3C1D"/>
              </a:solidFill>
              <a:prstDash val="solid"/>
              <a:miter lim="400000"/>
            </a:ln>
          </a:left>
          <a:right>
            <a:ln w="12700" cap="flat">
              <a:solidFill>
                <a:schemeClr val="accent2">
                  <a:hueOff val="-487087"/>
                  <a:satOff val="-2686"/>
                  <a:lumOff val="14808"/>
                </a:schemeClr>
              </a:solidFill>
              <a:prstDash val="solid"/>
              <a:miter lim="400000"/>
            </a:ln>
          </a:right>
          <a:top>
            <a:ln w="12700" cap="flat">
              <a:solidFill>
                <a:schemeClr val="accent2">
                  <a:hueOff val="-487087"/>
                  <a:satOff val="-2686"/>
                  <a:lumOff val="14808"/>
                </a:schemeClr>
              </a:solidFill>
              <a:prstDash val="solid"/>
              <a:miter lim="400000"/>
            </a:ln>
          </a:top>
          <a:bottom>
            <a:ln w="12700" cap="flat">
              <a:solidFill>
                <a:schemeClr val="accent2">
                  <a:hueOff val="-487087"/>
                  <a:satOff val="-2686"/>
                  <a:lumOff val="14808"/>
                </a:schemeClr>
              </a:solidFill>
              <a:prstDash val="solid"/>
              <a:miter lim="400000"/>
            </a:ln>
          </a:bottom>
          <a:insideH>
            <a:ln w="12700" cap="flat">
              <a:solidFill>
                <a:schemeClr val="accent2">
                  <a:hueOff val="-487087"/>
                  <a:satOff val="-2686"/>
                  <a:lumOff val="14808"/>
                </a:schemeClr>
              </a:solidFill>
              <a:prstDash val="solid"/>
              <a:miter lim="400000"/>
            </a:ln>
          </a:insideH>
          <a:insideV>
            <a:ln w="12700" cap="flat">
              <a:solidFill>
                <a:schemeClr val="accent2">
                  <a:hueOff val="-487087"/>
                  <a:satOff val="-2686"/>
                  <a:lumOff val="14808"/>
                </a:schemeClr>
              </a:solidFill>
              <a:prstDash val="solid"/>
              <a:miter lim="400000"/>
            </a:ln>
          </a:insideV>
        </a:tcBdr>
        <a:fill>
          <a:solidFill>
            <a:srgbClr val="CFCDBB"/>
          </a:solidFill>
        </a:fill>
      </a:tcStyle>
    </a:firstCol>
    <a:lastRow>
      <a:tcTxStyle b="off" i="off">
        <a:font>
          <a:latin typeface="Helvetica Neue"/>
          <a:ea typeface="Helvetica Neue"/>
          <a:cs typeface="Helvetica Neue"/>
        </a:font>
        <a:srgbClr val="444444"/>
      </a:tcTxStyle>
      <a:tcStyle>
        <a:tcBdr>
          <a:left>
            <a:ln w="12700" cap="flat">
              <a:solidFill>
                <a:srgbClr val="C6C6C6"/>
              </a:solidFill>
              <a:prstDash val="solid"/>
              <a:miter lim="400000"/>
            </a:ln>
          </a:left>
          <a:right>
            <a:ln w="12700" cap="flat">
              <a:solidFill>
                <a:srgbClr val="C6C6C6"/>
              </a:solidFill>
              <a:prstDash val="solid"/>
              <a:miter lim="400000"/>
            </a:ln>
          </a:right>
          <a:top>
            <a:ln w="12700" cap="flat">
              <a:solidFill>
                <a:srgbClr val="656839"/>
              </a:solidFill>
              <a:prstDash val="solid"/>
              <a:miter lim="400000"/>
            </a:ln>
          </a:top>
          <a:bottom>
            <a:ln w="12700" cap="flat">
              <a:solidFill>
                <a:srgbClr val="3C3C1D"/>
              </a:solidFill>
              <a:prstDash val="solid"/>
              <a:miter lim="400000"/>
            </a:ln>
          </a:bottom>
          <a:insideH>
            <a:ln w="12700" cap="flat">
              <a:solidFill>
                <a:srgbClr val="C6C6C6"/>
              </a:solidFill>
              <a:prstDash val="solid"/>
              <a:miter lim="400000"/>
            </a:ln>
          </a:insideH>
          <a:insideV>
            <a:ln w="12700" cap="flat">
              <a:solidFill>
                <a:srgbClr val="C6C6C6"/>
              </a:solidFill>
              <a:prstDash val="solid"/>
              <a:miter lim="400000"/>
            </a:ln>
          </a:insideV>
        </a:tcBdr>
        <a:fill>
          <a:solidFill>
            <a:srgbClr val="E8E9E8"/>
          </a:solidFill>
        </a:fill>
      </a:tcStyle>
    </a:lastRow>
    <a:firstRow>
      <a:tcTxStyle b="off" i="off">
        <a:font>
          <a:latin typeface="Helvetica Neue"/>
          <a:ea typeface="Helvetica Neue"/>
          <a:cs typeface="Helvetica Neue"/>
        </a:font>
        <a:srgbClr val="FFFFFF"/>
      </a:tcTxStyle>
      <a:tcStyle>
        <a:tcBdr>
          <a:left>
            <a:ln w="12700" cap="flat">
              <a:solidFill>
                <a:schemeClr val="accent2">
                  <a:hueOff val="-487087"/>
                  <a:satOff val="-2686"/>
                  <a:lumOff val="14808"/>
                </a:schemeClr>
              </a:solidFill>
              <a:prstDash val="solid"/>
              <a:miter lim="400000"/>
            </a:ln>
          </a:left>
          <a:right>
            <a:ln w="12700" cap="flat">
              <a:solidFill>
                <a:schemeClr val="accent2">
                  <a:hueOff val="-487087"/>
                  <a:satOff val="-2686"/>
                  <a:lumOff val="14808"/>
                </a:schemeClr>
              </a:solidFill>
              <a:prstDash val="solid"/>
              <a:miter lim="400000"/>
            </a:ln>
          </a:right>
          <a:top>
            <a:ln w="12700" cap="flat">
              <a:solidFill>
                <a:srgbClr val="3C3C1D"/>
              </a:solidFill>
              <a:prstDash val="solid"/>
              <a:miter lim="400000"/>
            </a:ln>
          </a:top>
          <a:bottom>
            <a:ln w="12700" cap="flat">
              <a:solidFill>
                <a:srgbClr val="CBCBCB"/>
              </a:solidFill>
              <a:prstDash val="solid"/>
              <a:miter lim="400000"/>
            </a:ln>
          </a:bottom>
          <a:insideH>
            <a:ln w="12700" cap="flat">
              <a:solidFill>
                <a:srgbClr val="AAA485"/>
              </a:solidFill>
              <a:prstDash val="solid"/>
              <a:miter lim="400000"/>
            </a:ln>
          </a:insideH>
          <a:insideV>
            <a:ln w="12700" cap="flat">
              <a:solidFill>
                <a:schemeClr val="accent2">
                  <a:hueOff val="-487087"/>
                  <a:satOff val="-2686"/>
                  <a:lumOff val="14808"/>
                </a:schemeClr>
              </a:solidFill>
              <a:prstDash val="solid"/>
              <a:miter lim="400000"/>
            </a:ln>
          </a:insideV>
        </a:tcBdr>
        <a:fill>
          <a:solidFill>
            <a:srgbClr val="656839"/>
          </a:solidFill>
        </a:fill>
      </a:tcStyle>
    </a:firstRow>
  </a:tblStyle>
  <a:tblStyle styleId="{CF821DB8-F4EB-4A41-A1BA-3FCAFE7338EE}" styleName="">
    <a:tblBg/>
    <a:wholeTb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C4C6C6"/>
              </a:solidFill>
              <a:prstDash val="solid"/>
              <a:miter lim="400000"/>
            </a:ln>
          </a:top>
          <a:bottom>
            <a:ln w="25400" cap="flat">
              <a:solidFill>
                <a:srgbClr val="C4C6C6"/>
              </a:solidFill>
              <a:prstDash val="solid"/>
              <a:miter lim="400000"/>
            </a:ln>
          </a:bottom>
          <a:insideH>
            <a:ln w="25400" cap="flat">
              <a:solidFill>
                <a:srgbClr val="C4C6C6"/>
              </a:solidFill>
              <a:prstDash val="solid"/>
              <a:miter lim="400000"/>
            </a:ln>
          </a:insideH>
          <a:insideV>
            <a:ln w="12700" cap="flat">
              <a:noFill/>
              <a:miter lim="400000"/>
            </a:ln>
          </a:insideV>
        </a:tcBdr>
        <a:fill>
          <a:solidFill>
            <a:srgbClr val="F1F1F1"/>
          </a:solidFill>
        </a:fill>
      </a:tcStyle>
    </a:wholeTbl>
    <a:band2H>
      <a:tcTxStyle/>
      <a:tcStyle>
        <a:tcBdr/>
        <a:fill>
          <a:solidFill>
            <a:srgbClr val="E4E4E0"/>
          </a:solidFill>
        </a:fill>
      </a:tcStyle>
    </a:band2H>
    <a:firstCol>
      <a:tcTxStyle b="off" i="off">
        <a:font>
          <a:latin typeface="Helvetica Neue"/>
          <a:ea typeface="Helvetica Neue"/>
          <a:cs typeface="Helvetica Neue"/>
        </a:font>
        <a:srgbClr val="FFFFFF"/>
      </a:tcTxStyle>
      <a:tcStyle>
        <a:tcBdr>
          <a:left>
            <a:ln w="12700" cap="flat">
              <a:solidFill>
                <a:srgbClr val="515151"/>
              </a:solidFill>
              <a:prstDash val="solid"/>
              <a:miter lim="400000"/>
            </a:ln>
          </a:left>
          <a:right>
            <a:ln w="0" cap="flat">
              <a:noFill/>
              <a:miter lim="400000"/>
            </a:ln>
          </a:right>
          <a:top>
            <a:ln w="12700" cap="flat">
              <a:solidFill>
                <a:srgbClr val="7D7766"/>
              </a:solidFill>
              <a:prstDash val="solid"/>
              <a:miter lim="400000"/>
            </a:ln>
          </a:top>
          <a:bottom>
            <a:ln w="12700" cap="flat">
              <a:solidFill>
                <a:srgbClr val="7D7766"/>
              </a:solidFill>
              <a:prstDash val="solid"/>
              <a:miter lim="400000"/>
            </a:ln>
          </a:bottom>
          <a:insideH>
            <a:ln w="12700" cap="flat">
              <a:solidFill>
                <a:srgbClr val="7D7766"/>
              </a:solidFill>
              <a:prstDash val="solid"/>
              <a:miter lim="400000"/>
            </a:ln>
          </a:insideH>
          <a:insideV>
            <a:ln w="12700" cap="flat">
              <a:noFill/>
              <a:miter lim="400000"/>
            </a:ln>
          </a:insideV>
        </a:tcBdr>
        <a:fill>
          <a:solidFill>
            <a:srgbClr val="8F8B7E"/>
          </a:solidFill>
        </a:fill>
      </a:tcStyle>
    </a:firstCol>
    <a:la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747474"/>
              </a:solidFill>
              <a:prstDash val="solid"/>
              <a:miter lim="400000"/>
            </a:ln>
          </a:top>
          <a:bottom>
            <a:ln w="12700" cap="flat">
              <a:solidFill>
                <a:srgbClr val="515151"/>
              </a:solidFill>
              <a:prstDash val="solid"/>
              <a:miter lim="400000"/>
            </a:ln>
          </a:bottom>
          <a:insideH>
            <a:ln w="12700" cap="flat">
              <a:noFill/>
              <a:miter lim="400000"/>
            </a:ln>
          </a:insideH>
          <a:insideV>
            <a:ln w="12700" cap="flat">
              <a:noFill/>
              <a:miter lim="400000"/>
            </a:ln>
          </a:insideV>
        </a:tcBdr>
        <a:fill>
          <a:solidFill>
            <a:srgbClr val="F1F1F1"/>
          </a:solidFill>
        </a:fill>
      </a:tcStyle>
    </a:lastRow>
    <a:fir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solidFill>
                <a:srgbClr val="515151"/>
              </a:solidFill>
              <a:prstDash val="solid"/>
              <a:miter lim="400000"/>
            </a:ln>
          </a:top>
          <a:bottom>
            <a:ln w="25400" cap="flat">
              <a:solidFill>
                <a:schemeClr val="accent2">
                  <a:hueOff val="-487087"/>
                  <a:satOff val="-2686"/>
                  <a:lumOff val="14808"/>
                </a:schemeClr>
              </a:solidFill>
              <a:prstDash val="solid"/>
              <a:miter lim="400000"/>
            </a:ln>
          </a:bottom>
          <a:insideH>
            <a:ln w="12700" cap="flat">
              <a:noFill/>
              <a:miter lim="400000"/>
            </a:ln>
          </a:insideH>
          <a:insideV>
            <a:ln w="12700" cap="flat">
              <a:noFill/>
              <a:miter lim="400000"/>
            </a:ln>
          </a:insideV>
        </a:tcBdr>
        <a:fill>
          <a:solidFill>
            <a:srgbClr val="5E5A4C"/>
          </a:solidFill>
        </a:fill>
      </a:tcStyle>
    </a:firstRow>
  </a:tblStyle>
  <a:tblStyle styleId="{33BA23B1-9221-436E-865A-0063620EA4FD}" styleName="">
    <a:tblBg/>
    <a:wholeTbl>
      <a:tcTxStyle b="off" i="off">
        <a:font>
          <a:latin typeface="Helvetica Neue"/>
          <a:ea typeface="Helvetica Neue"/>
          <a:cs typeface="Helvetica Neue"/>
        </a:font>
        <a:srgbClr val="444444"/>
      </a:tcTxStyle>
      <a:tcStyle>
        <a:tcBdr>
          <a:left>
            <a:ln w="12700" cap="flat">
              <a:solidFill>
                <a:srgbClr val="747474"/>
              </a:solidFill>
              <a:prstDash val="solid"/>
              <a:miter lim="400000"/>
            </a:ln>
          </a:left>
          <a:right>
            <a:ln w="12700" cap="flat">
              <a:solidFill>
                <a:srgbClr val="747474"/>
              </a:solidFill>
              <a:prstDash val="solid"/>
              <a:miter lim="400000"/>
            </a:ln>
          </a:right>
          <a:top>
            <a:ln w="12700" cap="flat">
              <a:solidFill>
                <a:srgbClr val="747474"/>
              </a:solidFill>
              <a:prstDash val="solid"/>
              <a:miter lim="400000"/>
            </a:ln>
          </a:top>
          <a:bottom>
            <a:ln w="12700" cap="flat">
              <a:solidFill>
                <a:srgbClr val="747474"/>
              </a:solidFill>
              <a:prstDash val="solid"/>
              <a:miter lim="400000"/>
            </a:ln>
          </a:bottom>
          <a:insideH>
            <a:ln w="12700" cap="flat">
              <a:solidFill>
                <a:srgbClr val="747474"/>
              </a:solidFill>
              <a:prstDash val="solid"/>
              <a:miter lim="400000"/>
            </a:ln>
          </a:insideH>
          <a:insideV>
            <a:ln w="12700" cap="flat">
              <a:solidFill>
                <a:srgbClr val="747474"/>
              </a:solidFill>
              <a:prstDash val="solid"/>
              <a:miter lim="400000"/>
            </a:ln>
          </a:insideV>
        </a:tcBdr>
        <a:fill>
          <a:noFill/>
        </a:fill>
      </a:tcStyle>
    </a:wholeTbl>
    <a:band2H>
      <a:tcTxStyle/>
      <a:tcStyle>
        <a:tcBdr/>
        <a:fill>
          <a:solidFill>
            <a:srgbClr val="F2F2F2"/>
          </a:solidFill>
        </a:fill>
      </a:tcStyle>
    </a:band2H>
    <a:firstCol>
      <a:tcTxStyle b="off" i="off">
        <a:font>
          <a:latin typeface="Helvetica Neue"/>
          <a:ea typeface="Helvetica Neue"/>
          <a:cs typeface="Helvetica Neue"/>
        </a:font>
        <a:srgbClr val="444444"/>
      </a:tcTxStyle>
      <a:tcStyle>
        <a:tcBdr>
          <a:left>
            <a:ln w="12700" cap="flat">
              <a:solidFill>
                <a:srgbClr val="747474"/>
              </a:solidFill>
              <a:prstDash val="solid"/>
              <a:miter lim="400000"/>
            </a:ln>
          </a:left>
          <a:right>
            <a:ln w="12700" cap="flat">
              <a:solidFill>
                <a:srgbClr val="747474"/>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firstCol>
    <a:la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747474"/>
              </a:solidFill>
              <a:prstDash val="solid"/>
              <a:miter lim="400000"/>
            </a:ln>
          </a:bottom>
          <a:insideH>
            <a:ln w="12700" cap="flat">
              <a:noFill/>
              <a:miter lim="400000"/>
            </a:ln>
          </a:insideH>
          <a:insideV>
            <a:ln w="12700" cap="flat">
              <a:noFill/>
              <a:miter lim="400000"/>
            </a:ln>
          </a:insideV>
        </a:tcBdr>
        <a:fill>
          <a:solidFill>
            <a:srgbClr val="CBCBCB"/>
          </a:solidFill>
        </a:fill>
      </a:tcStyle>
    </a:lastRow>
    <a:fir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747474"/>
              </a:solidFill>
              <a:prstDash val="solid"/>
              <a:miter lim="400000"/>
            </a:ln>
          </a:top>
          <a:bottom>
            <a:ln w="12700" cap="flat">
              <a:solidFill>
                <a:srgbClr val="747474"/>
              </a:solidFill>
              <a:prstDash val="solid"/>
              <a:miter lim="400000"/>
            </a:ln>
          </a:bottom>
          <a:insideH>
            <a:ln w="12700" cap="flat">
              <a:noFill/>
              <a:miter lim="400000"/>
            </a:ln>
          </a:insideH>
          <a:insideV>
            <a:ln w="12700" cap="flat">
              <a:noFill/>
              <a:miter lim="400000"/>
            </a:ln>
          </a:insideV>
        </a:tcBdr>
        <a:fill>
          <a:solidFill>
            <a:srgbClr val="CBCBCB"/>
          </a:solidFill>
        </a:fill>
      </a:tcStyle>
    </a:firstRow>
  </a:tblStyle>
  <a:tblStyle styleId="{2708684C-4D16-4618-839F-0558EEFCDFE6}" styleName="">
    <a:tblBg/>
    <a:wholeTbl>
      <a:tcTxStyle b="off" i="off">
        <a:font>
          <a:latin typeface="Helvetica Neue"/>
          <a:ea typeface="Helvetica Neue"/>
          <a:cs typeface="Helvetica Neue"/>
        </a:font>
        <a:srgbClr val="777777"/>
      </a:tcTxStyle>
      <a:tcStyle>
        <a:tcBdr>
          <a:left>
            <a:ln w="12700" cap="flat">
              <a:solidFill>
                <a:srgbClr val="C9C9C9"/>
              </a:solidFill>
              <a:prstDash val="solid"/>
              <a:miter lim="400000"/>
            </a:ln>
          </a:left>
          <a:right>
            <a:ln w="12700" cap="flat">
              <a:solidFill>
                <a:srgbClr val="C9C9C9"/>
              </a:solidFill>
              <a:prstDash val="solid"/>
              <a:miter lim="400000"/>
            </a:ln>
          </a:right>
          <a:top>
            <a:ln w="12700" cap="flat">
              <a:solidFill>
                <a:srgbClr val="525252"/>
              </a:solidFill>
              <a:custDash>
                <a:ds d="200000" sp="200000"/>
              </a:custDash>
              <a:miter lim="400000"/>
            </a:ln>
          </a:top>
          <a:bottom>
            <a:ln w="12700" cap="flat">
              <a:solidFill>
                <a:srgbClr val="525252"/>
              </a:solidFill>
              <a:custDash>
                <a:ds d="200000" sp="200000"/>
              </a:custDash>
              <a:miter lim="400000"/>
            </a:ln>
          </a:bottom>
          <a:insideH>
            <a:ln w="12700" cap="flat">
              <a:solidFill>
                <a:srgbClr val="525252"/>
              </a:solidFill>
              <a:custDash>
                <a:ds d="200000" sp="200000"/>
              </a:custDash>
              <a:miter lim="400000"/>
            </a:ln>
          </a:insideH>
          <a:insideV>
            <a:ln w="12700" cap="flat">
              <a:solidFill>
                <a:srgbClr val="C9C9C9"/>
              </a:solidFill>
              <a:prstDash val="solid"/>
              <a:miter lim="400000"/>
            </a:ln>
          </a:insideV>
        </a:tcBdr>
        <a:fill>
          <a:noFill/>
        </a:fill>
      </a:tcStyle>
    </a:wholeTbl>
    <a:band2H>
      <a:tcTxStyle/>
      <a:tcStyle>
        <a:tcBdr/>
        <a:fill>
          <a:solidFill>
            <a:srgbClr val="D2D2D2">
              <a:alpha val="30000"/>
            </a:srgbClr>
          </a:solidFill>
        </a:fill>
      </a:tcStyle>
    </a:band2H>
    <a:firstCol>
      <a:tcTxStyle b="off" i="off">
        <a:font>
          <a:latin typeface="Helvetica Neue Medium"/>
          <a:ea typeface="Helvetica Neue Medium"/>
          <a:cs typeface="Helvetica Neue Medium"/>
        </a:font>
        <a:srgbClr val="555555"/>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C9C9C9"/>
              </a:solidFill>
              <a:prstDash val="solid"/>
              <a:miter lim="400000"/>
            </a:ln>
          </a:top>
          <a:bottom>
            <a:ln w="12700" cap="flat">
              <a:solidFill>
                <a:srgbClr val="C9C9C9"/>
              </a:solidFill>
              <a:prstDash val="solid"/>
              <a:miter lim="400000"/>
            </a:ln>
          </a:bottom>
          <a:insideH>
            <a:ln w="12700" cap="flat">
              <a:solidFill>
                <a:srgbClr val="C9C9C9"/>
              </a:solidFill>
              <a:prstDash val="solid"/>
              <a:miter lim="400000"/>
            </a:ln>
          </a:insideH>
          <a:insideV>
            <a:ln w="12700" cap="flat">
              <a:solidFill>
                <a:srgbClr val="C9C9C9"/>
              </a:solidFill>
              <a:prstDash val="solid"/>
              <a:miter lim="400000"/>
            </a:ln>
          </a:insideV>
        </a:tcBdr>
        <a:fill>
          <a:noFill/>
        </a:fill>
      </a:tcStyle>
    </a:firstCol>
    <a:lastRow>
      <a:tcTxStyle b="off" i="off">
        <a:font>
          <a:latin typeface="Helvetica Neue Medium"/>
          <a:ea typeface="Helvetica Neue Medium"/>
          <a:cs typeface="Helvetica Neue Medium"/>
        </a:font>
        <a:srgbClr val="555555"/>
      </a:tcTxStyle>
      <a:tcStyle>
        <a:tcBdr>
          <a:left>
            <a:ln w="12700" cap="flat">
              <a:solidFill>
                <a:srgbClr val="C9C9C9"/>
              </a:solidFill>
              <a:prstDash val="solid"/>
              <a:miter lim="400000"/>
            </a:ln>
          </a:left>
          <a:right>
            <a:ln w="12700" cap="flat">
              <a:solidFill>
                <a:srgbClr val="C9C9C9"/>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C9C9C9"/>
              </a:solidFill>
              <a:prstDash val="solid"/>
              <a:miter lim="400000"/>
            </a:ln>
          </a:insideH>
          <a:insideV>
            <a:ln w="12700" cap="flat">
              <a:solidFill>
                <a:srgbClr val="C9C9C9"/>
              </a:solidFill>
              <a:prstDash val="solid"/>
              <a:miter lim="400000"/>
            </a:ln>
          </a:insideV>
        </a:tcBdr>
        <a:fill>
          <a:noFill/>
        </a:fill>
      </a:tcStyle>
    </a:lastRow>
    <a:firstRow>
      <a:tcTxStyle b="off" i="off">
        <a:font>
          <a:latin typeface="Helvetica Neue Medium"/>
          <a:ea typeface="Helvetica Neue Medium"/>
          <a:cs typeface="Helvetica Neue Medium"/>
        </a:font>
        <a:srgbClr val="555555"/>
      </a:tcTxStyle>
      <a:tcStyle>
        <a:tcBdr>
          <a:left>
            <a:ln w="12700" cap="flat">
              <a:solidFill>
                <a:srgbClr val="C9C9C9"/>
              </a:solidFill>
              <a:prstDash val="solid"/>
              <a:miter lim="400000"/>
            </a:ln>
          </a:left>
          <a:right>
            <a:ln w="12700" cap="flat">
              <a:solidFill>
                <a:srgbClr val="C9C9C9"/>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C9C9C9"/>
              </a:solidFill>
              <a:prstDash val="solid"/>
              <a:miter lim="400000"/>
            </a:ln>
          </a:insideH>
          <a:insideV>
            <a:ln w="12700" cap="flat">
              <a:solidFill>
                <a:srgbClr val="C9C9C9"/>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792" y="60"/>
      </p:cViewPr>
      <p:guideLst>
        <p:guide orient="horz" pos="3072"/>
        <p:guide pos="5462"/>
      </p:guideLst>
    </p:cSldViewPr>
  </p:slideViewPr>
  <p:notesTextViewPr>
    <p:cViewPr>
      <p:scale>
        <a:sx n="1" d="1"/>
        <a:sy n="1" d="1"/>
      </p:scale>
      <p:origin x="0" y="0"/>
    </p:cViewPr>
  </p:notesTextViewPr>
  <p:sorterViewPr>
    <p:cViewPr>
      <p:scale>
        <a:sx n="70" d="100"/>
        <a:sy n="7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381000" y="685800"/>
            <a:ext cx="6096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42178007"/>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bwMode="auto">
          <a:xfrm>
            <a:off x="381000" y="685800"/>
            <a:ext cx="6096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1443" name="Rectangle 3"/>
          <p:cNvSpPr>
            <a:spLocks noGrp="1" noChangeArrowheads="1"/>
          </p:cNvSpPr>
          <p:nvPr>
            <p:ph type="body" idx="1"/>
          </p:nvPr>
        </p:nvSpPr>
        <p:spPr bwMode="auto">
          <a:xfrm>
            <a:off x="686130" y="4344140"/>
            <a:ext cx="5485742" cy="411332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C0EB-2A80-48ED-6AF1-7EC2CFCD2970}"/>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BAD5E7EE-4749-951C-2082-FB713C16D0DA}"/>
              </a:ext>
            </a:extLst>
          </p:cNvPr>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1EEABDBA-7DF9-964B-7A3A-5756B448EE15}"/>
              </a:ext>
            </a:extLst>
          </p:cNvPr>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extLst>
      <p:ext uri="{BB962C8B-B14F-4D97-AF65-F5344CB8AC3E}">
        <p14:creationId xmlns:p14="http://schemas.microsoft.com/office/powerpoint/2010/main" val="1744514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2" name="Shape 22"/>
          <p:cNvSpPr/>
          <p:nvPr/>
        </p:nvSpPr>
        <p:spPr>
          <a:xfrm>
            <a:off x="10058708" y="7975600"/>
            <a:ext cx="1" cy="1422529"/>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23" name="Shape 23"/>
          <p:cNvSpPr>
            <a:spLocks noGrp="1"/>
          </p:cNvSpPr>
          <p:nvPr>
            <p:ph type="pic" idx="13"/>
          </p:nvPr>
        </p:nvSpPr>
        <p:spPr>
          <a:xfrm>
            <a:off x="0" y="0"/>
            <a:ext cx="17340263" cy="7594600"/>
          </a:xfrm>
          <a:prstGeom prst="rect">
            <a:avLst/>
          </a:prstGeom>
        </p:spPr>
        <p:txBody>
          <a:bodyPr lIns="91439" tIns="45719" rIns="91439" bIns="45719">
            <a:noAutofit/>
          </a:bodyPr>
          <a:lstStyle/>
          <a:p>
            <a:endParaRPr/>
          </a:p>
        </p:txBody>
      </p:sp>
      <p:sp>
        <p:nvSpPr>
          <p:cNvPr id="24" name="Shape 24"/>
          <p:cNvSpPr>
            <a:spLocks noGrp="1"/>
          </p:cNvSpPr>
          <p:nvPr>
            <p:ph type="title"/>
          </p:nvPr>
        </p:nvSpPr>
        <p:spPr>
          <a:xfrm>
            <a:off x="1879657" y="7785100"/>
            <a:ext cx="7721836" cy="1701800"/>
          </a:xfrm>
          <a:prstGeom prst="rect">
            <a:avLst/>
          </a:prstGeom>
        </p:spPr>
        <p:txBody>
          <a:bodyPr anchor="ctr"/>
          <a:lstStyle>
            <a:lvl1pPr algn="r"/>
          </a:lstStyle>
          <a:p>
            <a:r>
              <a:t>Title Text</a:t>
            </a:r>
          </a:p>
        </p:txBody>
      </p:sp>
      <p:sp>
        <p:nvSpPr>
          <p:cNvPr id="25" name="Shape 25"/>
          <p:cNvSpPr>
            <a:spLocks noGrp="1"/>
          </p:cNvSpPr>
          <p:nvPr>
            <p:ph type="body" sz="quarter" idx="1"/>
          </p:nvPr>
        </p:nvSpPr>
        <p:spPr>
          <a:xfrm>
            <a:off x="10465120" y="8470900"/>
            <a:ext cx="6604202" cy="508000"/>
          </a:xfrm>
          <a:prstGeom prst="rect">
            <a:avLst/>
          </a:prstGeom>
        </p:spPr>
        <p:txBody>
          <a:bodyPr/>
          <a:lstStyle>
            <a:lvl1pPr marL="0" indent="0">
              <a:spcBef>
                <a:spcPts val="0"/>
              </a:spcBef>
              <a:buSzTx/>
              <a:buFontTx/>
              <a:buNone/>
              <a:defRPr sz="2600">
                <a:latin typeface="Helvetica Neue"/>
                <a:ea typeface="Helvetica Neue"/>
                <a:cs typeface="Helvetica Neue"/>
                <a:sym typeface="Helvetica Neue"/>
              </a:defRPr>
            </a:lvl1pPr>
            <a:lvl2pPr marL="0" indent="228600">
              <a:spcBef>
                <a:spcPts val="0"/>
              </a:spcBef>
              <a:buSzTx/>
              <a:buFontTx/>
              <a:buNone/>
              <a:defRPr sz="2600">
                <a:latin typeface="Helvetica Neue"/>
                <a:ea typeface="Helvetica Neue"/>
                <a:cs typeface="Helvetica Neue"/>
                <a:sym typeface="Helvetica Neue"/>
              </a:defRPr>
            </a:lvl2pPr>
            <a:lvl3pPr marL="0" indent="457200">
              <a:spcBef>
                <a:spcPts val="0"/>
              </a:spcBef>
              <a:buSzTx/>
              <a:buFontTx/>
              <a:buNone/>
              <a:defRPr sz="2600">
                <a:latin typeface="Helvetica Neue"/>
                <a:ea typeface="Helvetica Neue"/>
                <a:cs typeface="Helvetica Neue"/>
                <a:sym typeface="Helvetica Neue"/>
              </a:defRPr>
            </a:lvl3pPr>
            <a:lvl4pPr marL="0" indent="685800">
              <a:spcBef>
                <a:spcPts val="0"/>
              </a:spcBef>
              <a:buSzTx/>
              <a:buFontTx/>
              <a:buNone/>
              <a:defRPr sz="2600">
                <a:latin typeface="Helvetica Neue"/>
                <a:ea typeface="Helvetica Neue"/>
                <a:cs typeface="Helvetica Neue"/>
                <a:sym typeface="Helvetica Neue"/>
              </a:defRPr>
            </a:lvl4pPr>
            <a:lvl5pPr marL="0" indent="914400">
              <a:spcBef>
                <a:spcPts val="0"/>
              </a:spcBef>
              <a:buSzTx/>
              <a:buFontTx/>
              <a:buNone/>
              <a:defRPr sz="2600">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26" name="Shape 2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3" name="Shape 33"/>
          <p:cNvSpPr>
            <a:spLocks noGrp="1"/>
          </p:cNvSpPr>
          <p:nvPr>
            <p:ph type="title"/>
          </p:nvPr>
        </p:nvSpPr>
        <p:spPr>
          <a:xfrm>
            <a:off x="762024" y="3289300"/>
            <a:ext cx="15816216" cy="3175000"/>
          </a:xfrm>
          <a:prstGeom prst="rect">
            <a:avLst/>
          </a:prstGeom>
        </p:spPr>
        <p:txBody>
          <a:bodyPr anchor="ctr"/>
          <a:lstStyle/>
          <a:p>
            <a:r>
              <a:t>Title Text</a:t>
            </a:r>
          </a:p>
        </p:txBody>
      </p:sp>
      <p:sp>
        <p:nvSpPr>
          <p:cNvPr id="34" name="Shape 34"/>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41" name="Shape 41"/>
          <p:cNvSpPr/>
          <p:nvPr/>
        </p:nvSpPr>
        <p:spPr>
          <a:xfrm>
            <a:off x="762023" y="4864100"/>
            <a:ext cx="7112852" cy="58"/>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42" name="Shape 42"/>
          <p:cNvSpPr>
            <a:spLocks noGrp="1"/>
          </p:cNvSpPr>
          <p:nvPr>
            <p:ph type="pic" idx="13"/>
          </p:nvPr>
        </p:nvSpPr>
        <p:spPr>
          <a:xfrm>
            <a:off x="8670131" y="0"/>
            <a:ext cx="8670132" cy="9753600"/>
          </a:xfrm>
          <a:prstGeom prst="rect">
            <a:avLst/>
          </a:prstGeom>
        </p:spPr>
        <p:txBody>
          <a:bodyPr lIns="91439" tIns="45719" rIns="91439" bIns="45719">
            <a:noAutofit/>
          </a:bodyPr>
          <a:lstStyle/>
          <a:p>
            <a:endParaRPr/>
          </a:p>
        </p:txBody>
      </p:sp>
      <p:sp>
        <p:nvSpPr>
          <p:cNvPr id="43" name="Shape 43"/>
          <p:cNvSpPr>
            <a:spLocks noGrp="1"/>
          </p:cNvSpPr>
          <p:nvPr>
            <p:ph type="title"/>
          </p:nvPr>
        </p:nvSpPr>
        <p:spPr>
          <a:xfrm>
            <a:off x="762023" y="1435100"/>
            <a:ext cx="7112217" cy="3175000"/>
          </a:xfrm>
          <a:prstGeom prst="rect">
            <a:avLst/>
          </a:prstGeom>
        </p:spPr>
        <p:txBody>
          <a:bodyPr/>
          <a:lstStyle/>
          <a:p>
            <a:r>
              <a:t>Title Text</a:t>
            </a:r>
          </a:p>
        </p:txBody>
      </p:sp>
      <p:sp>
        <p:nvSpPr>
          <p:cNvPr id="44" name="Shape 44"/>
          <p:cNvSpPr>
            <a:spLocks noGrp="1"/>
          </p:cNvSpPr>
          <p:nvPr>
            <p:ph type="body" sz="quarter" idx="1"/>
          </p:nvPr>
        </p:nvSpPr>
        <p:spPr>
          <a:xfrm>
            <a:off x="762023" y="5130800"/>
            <a:ext cx="7112217" cy="3175000"/>
          </a:xfrm>
          <a:prstGeom prst="rect">
            <a:avLst/>
          </a:prstGeom>
        </p:spPr>
        <p:txBody>
          <a:bodyPr/>
          <a:lstStyle>
            <a:lvl1pPr marL="0" indent="0">
              <a:spcBef>
                <a:spcPts val="0"/>
              </a:spcBef>
              <a:buSzTx/>
              <a:buFontTx/>
              <a:buNone/>
              <a:defRPr sz="2600">
                <a:latin typeface="Helvetica Neue"/>
                <a:ea typeface="Helvetica Neue"/>
                <a:cs typeface="Helvetica Neue"/>
                <a:sym typeface="Helvetica Neue"/>
              </a:defRPr>
            </a:lvl1pPr>
            <a:lvl2pPr marL="0" indent="228600">
              <a:spcBef>
                <a:spcPts val="0"/>
              </a:spcBef>
              <a:buSzTx/>
              <a:buFontTx/>
              <a:buNone/>
              <a:defRPr sz="2600">
                <a:latin typeface="Helvetica Neue"/>
                <a:ea typeface="Helvetica Neue"/>
                <a:cs typeface="Helvetica Neue"/>
                <a:sym typeface="Helvetica Neue"/>
              </a:defRPr>
            </a:lvl2pPr>
            <a:lvl3pPr marL="0" indent="457200">
              <a:spcBef>
                <a:spcPts val="0"/>
              </a:spcBef>
              <a:buSzTx/>
              <a:buFontTx/>
              <a:buNone/>
              <a:defRPr sz="2600">
                <a:latin typeface="Helvetica Neue"/>
                <a:ea typeface="Helvetica Neue"/>
                <a:cs typeface="Helvetica Neue"/>
                <a:sym typeface="Helvetica Neue"/>
              </a:defRPr>
            </a:lvl3pPr>
            <a:lvl4pPr marL="0" indent="685800">
              <a:spcBef>
                <a:spcPts val="0"/>
              </a:spcBef>
              <a:buSzTx/>
              <a:buFontTx/>
              <a:buNone/>
              <a:defRPr sz="2600">
                <a:latin typeface="Helvetica Neue"/>
                <a:ea typeface="Helvetica Neue"/>
                <a:cs typeface="Helvetica Neue"/>
                <a:sym typeface="Helvetica Neue"/>
              </a:defRPr>
            </a:lvl4pPr>
            <a:lvl5pPr marL="0" indent="914400">
              <a:spcBef>
                <a:spcPts val="0"/>
              </a:spcBef>
              <a:buSzTx/>
              <a:buFontTx/>
              <a:buNone/>
              <a:defRPr sz="2600">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45" name="Shape 4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Shape 52"/>
          <p:cNvSpPr>
            <a:spLocks noGrp="1"/>
          </p:cNvSpPr>
          <p:nvPr>
            <p:ph type="title"/>
          </p:nvPr>
        </p:nvSpPr>
        <p:spPr>
          <a:prstGeom prst="rect">
            <a:avLst/>
          </a:prstGeom>
        </p:spPr>
        <p:txBody>
          <a:bodyPr/>
          <a:lstStyle/>
          <a:p>
            <a:r>
              <a:t>Title Text</a:t>
            </a:r>
          </a:p>
        </p:txBody>
      </p:sp>
      <p:sp>
        <p:nvSpPr>
          <p:cNvPr id="53" name="Shape 5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Shape 60"/>
          <p:cNvSpPr>
            <a:spLocks noGrp="1"/>
          </p:cNvSpPr>
          <p:nvPr>
            <p:ph type="title"/>
          </p:nvPr>
        </p:nvSpPr>
        <p:spPr>
          <a:prstGeom prst="rect">
            <a:avLst/>
          </a:prstGeom>
        </p:spPr>
        <p:txBody>
          <a:bodyPr/>
          <a:lstStyle/>
          <a:p>
            <a:r>
              <a:t>Title Text</a:t>
            </a:r>
          </a:p>
        </p:txBody>
      </p:sp>
      <p:sp>
        <p:nvSpPr>
          <p:cNvPr id="61" name="Shape 61"/>
          <p:cNvSpPr>
            <a:spLocks noGrp="1"/>
          </p:cNvSpPr>
          <p:nvPr>
            <p:ph type="body" idx="1"/>
          </p:nvPr>
        </p:nvSpPr>
        <p:spPr>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62" name="Shape 6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80" name="Shape 80"/>
          <p:cNvSpPr>
            <a:spLocks noGrp="1"/>
          </p:cNvSpPr>
          <p:nvPr>
            <p:ph type="body" idx="1"/>
          </p:nvPr>
        </p:nvSpPr>
        <p:spPr>
          <a:xfrm>
            <a:off x="1185370" y="889000"/>
            <a:ext cx="14952590" cy="7962900"/>
          </a:xfrm>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81" name="Shape 8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8" name="Shape 88"/>
          <p:cNvSpPr/>
          <p:nvPr/>
        </p:nvSpPr>
        <p:spPr>
          <a:xfrm flipH="1">
            <a:off x="12073833" y="508001"/>
            <a:ext cx="171" cy="7975631"/>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89" name="Shape 89"/>
          <p:cNvSpPr/>
          <p:nvPr/>
        </p:nvSpPr>
        <p:spPr>
          <a:xfrm>
            <a:off x="12073831" y="4464051"/>
            <a:ext cx="4598144" cy="59"/>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90" name="Shape 90"/>
          <p:cNvSpPr>
            <a:spLocks noGrp="1"/>
          </p:cNvSpPr>
          <p:nvPr>
            <p:ph type="pic" sz="quarter" idx="13"/>
          </p:nvPr>
        </p:nvSpPr>
        <p:spPr>
          <a:xfrm>
            <a:off x="12293976" y="4622800"/>
            <a:ext cx="4368933" cy="3860800"/>
          </a:xfrm>
          <a:prstGeom prst="rect">
            <a:avLst/>
          </a:prstGeom>
        </p:spPr>
        <p:txBody>
          <a:bodyPr lIns="91439" tIns="45719" rIns="91439" bIns="45719">
            <a:noAutofit/>
          </a:bodyPr>
          <a:lstStyle/>
          <a:p>
            <a:endParaRPr/>
          </a:p>
        </p:txBody>
      </p:sp>
      <p:sp>
        <p:nvSpPr>
          <p:cNvPr id="91" name="Shape 91"/>
          <p:cNvSpPr>
            <a:spLocks noGrp="1"/>
          </p:cNvSpPr>
          <p:nvPr>
            <p:ph type="pic" sz="quarter" idx="14"/>
          </p:nvPr>
        </p:nvSpPr>
        <p:spPr>
          <a:xfrm>
            <a:off x="12293976" y="508000"/>
            <a:ext cx="4368933" cy="3797300"/>
          </a:xfrm>
          <a:prstGeom prst="rect">
            <a:avLst/>
          </a:prstGeom>
        </p:spPr>
        <p:txBody>
          <a:bodyPr lIns="91439" tIns="45719" rIns="91439" bIns="45719">
            <a:noAutofit/>
          </a:bodyPr>
          <a:lstStyle/>
          <a:p>
            <a:endParaRPr/>
          </a:p>
        </p:txBody>
      </p:sp>
      <p:sp>
        <p:nvSpPr>
          <p:cNvPr id="92" name="Shape 92"/>
          <p:cNvSpPr>
            <a:spLocks noGrp="1"/>
          </p:cNvSpPr>
          <p:nvPr>
            <p:ph type="pic" idx="15"/>
          </p:nvPr>
        </p:nvSpPr>
        <p:spPr>
          <a:xfrm>
            <a:off x="694288" y="508000"/>
            <a:ext cx="11159408" cy="7975600"/>
          </a:xfrm>
          <a:prstGeom prst="rect">
            <a:avLst/>
          </a:prstGeom>
        </p:spPr>
        <p:txBody>
          <a:bodyPr lIns="91439" tIns="45719" rIns="91439" bIns="45719">
            <a:noAutofit/>
          </a:bodyPr>
          <a:lstStyle/>
          <a:p>
            <a:endParaRPr/>
          </a:p>
        </p:txBody>
      </p:sp>
      <p:sp>
        <p:nvSpPr>
          <p:cNvPr id="93" name="Shape 93"/>
          <p:cNvSpPr>
            <a:spLocks noGrp="1"/>
          </p:cNvSpPr>
          <p:nvPr>
            <p:ph type="body" sz="quarter" idx="1"/>
          </p:nvPr>
        </p:nvSpPr>
        <p:spPr>
          <a:xfrm>
            <a:off x="694288" y="8661400"/>
            <a:ext cx="11159408" cy="939800"/>
          </a:xfrm>
          <a:prstGeom prst="rect">
            <a:avLst/>
          </a:prstGeom>
        </p:spPr>
        <p:txBody>
          <a:bodyPr/>
          <a:lstStyle>
            <a:lvl1pPr marL="0" indent="0">
              <a:spcBef>
                <a:spcPts val="0"/>
              </a:spcBef>
              <a:buSzTx/>
              <a:buFontTx/>
              <a:buNone/>
              <a:defRPr sz="2600">
                <a:latin typeface="Helvetica Neue"/>
                <a:ea typeface="Helvetica Neue"/>
                <a:cs typeface="Helvetica Neue"/>
                <a:sym typeface="Helvetica Neue"/>
              </a:defRPr>
            </a:lvl1pPr>
            <a:lvl2pPr marL="0" indent="228600">
              <a:spcBef>
                <a:spcPts val="0"/>
              </a:spcBef>
              <a:buSzTx/>
              <a:buFontTx/>
              <a:buNone/>
              <a:defRPr sz="2600">
                <a:latin typeface="Helvetica Neue"/>
                <a:ea typeface="Helvetica Neue"/>
                <a:cs typeface="Helvetica Neue"/>
                <a:sym typeface="Helvetica Neue"/>
              </a:defRPr>
            </a:lvl2pPr>
            <a:lvl3pPr marL="0" indent="457200">
              <a:spcBef>
                <a:spcPts val="0"/>
              </a:spcBef>
              <a:buSzTx/>
              <a:buFontTx/>
              <a:buNone/>
              <a:defRPr sz="2600">
                <a:latin typeface="Helvetica Neue"/>
                <a:ea typeface="Helvetica Neue"/>
                <a:cs typeface="Helvetica Neue"/>
                <a:sym typeface="Helvetica Neue"/>
              </a:defRPr>
            </a:lvl3pPr>
            <a:lvl4pPr marL="0" indent="685800">
              <a:spcBef>
                <a:spcPts val="0"/>
              </a:spcBef>
              <a:buSzTx/>
              <a:buFontTx/>
              <a:buNone/>
              <a:defRPr sz="2600">
                <a:latin typeface="Helvetica Neue"/>
                <a:ea typeface="Helvetica Neue"/>
                <a:cs typeface="Helvetica Neue"/>
                <a:sym typeface="Helvetica Neue"/>
              </a:defRPr>
            </a:lvl4pPr>
            <a:lvl5pPr marL="0" indent="914400">
              <a:spcBef>
                <a:spcPts val="0"/>
              </a:spcBef>
              <a:buSzTx/>
              <a:buFontTx/>
              <a:buNone/>
              <a:defRPr sz="2600">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94" name="Shape 94"/>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01" name="Shape 101"/>
          <p:cNvSpPr>
            <a:spLocks noGrp="1"/>
          </p:cNvSpPr>
          <p:nvPr>
            <p:ph type="body" sz="quarter" idx="13"/>
          </p:nvPr>
        </p:nvSpPr>
        <p:spPr>
          <a:xfrm>
            <a:off x="1693385" y="6362700"/>
            <a:ext cx="13953493" cy="498422"/>
          </a:xfrm>
          <a:prstGeom prst="rect">
            <a:avLst/>
          </a:prstGeom>
        </p:spPr>
        <p:txBody>
          <a:bodyPr>
            <a:spAutoFit/>
          </a:bodyPr>
          <a:lstStyle>
            <a:lvl1pPr marL="0" indent="0" algn="ctr" defTabSz="457200">
              <a:spcBef>
                <a:spcPts val="0"/>
              </a:spcBef>
              <a:buSzTx/>
              <a:buFontTx/>
              <a:buNone/>
              <a:defRPr sz="2600">
                <a:solidFill>
                  <a:srgbClr val="000000"/>
                </a:solidFill>
                <a:latin typeface="Helvetica Neue Medium"/>
                <a:ea typeface="Helvetica Neue Medium"/>
                <a:cs typeface="Helvetica Neue Medium"/>
                <a:sym typeface="Helvetica Neue Medium"/>
              </a:defRPr>
            </a:lvl1pPr>
          </a:lstStyle>
          <a:p>
            <a:r>
              <a:t>–Johnny Appleseed</a:t>
            </a:r>
          </a:p>
        </p:txBody>
      </p:sp>
      <p:sp>
        <p:nvSpPr>
          <p:cNvPr id="102" name="Shape 102"/>
          <p:cNvSpPr>
            <a:spLocks noGrp="1"/>
          </p:cNvSpPr>
          <p:nvPr>
            <p:ph type="body" sz="quarter" idx="14"/>
          </p:nvPr>
        </p:nvSpPr>
        <p:spPr>
          <a:xfrm>
            <a:off x="1693385" y="4292600"/>
            <a:ext cx="13953493" cy="711200"/>
          </a:xfrm>
          <a:prstGeom prst="rect">
            <a:avLst/>
          </a:prstGeom>
        </p:spPr>
        <p:txBody>
          <a:bodyPr anchor="ctr">
            <a:spAutoFit/>
          </a:bodyPr>
          <a:lstStyle>
            <a:lvl1pPr marL="0" indent="0" algn="ctr" defTabSz="457200">
              <a:spcBef>
                <a:spcPts val="2400"/>
              </a:spcBef>
              <a:buSzTx/>
              <a:buFontTx/>
              <a:buNone/>
              <a:defRPr sz="4000"/>
            </a:lvl1pPr>
          </a:lstStyle>
          <a:p>
            <a:r>
              <a:t>“Type a quote here.”</a:t>
            </a: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10" name="Shape 110"/>
          <p:cNvSpPr>
            <a:spLocks noGrp="1"/>
          </p:cNvSpPr>
          <p:nvPr>
            <p:ph type="pic" idx="13"/>
          </p:nvPr>
        </p:nvSpPr>
        <p:spPr>
          <a:xfrm>
            <a:off x="0" y="0"/>
            <a:ext cx="17340263" cy="9753600"/>
          </a:xfrm>
          <a:prstGeom prst="rect">
            <a:avLst/>
          </a:prstGeom>
        </p:spPr>
        <p:txBody>
          <a:bodyPr lIns="91439" tIns="45719" rIns="91439" bIns="45719">
            <a:noAutofit/>
          </a:bodyPr>
          <a:lstStyle/>
          <a:p>
            <a:endParaRPr/>
          </a:p>
        </p:txBody>
      </p:sp>
      <p:sp>
        <p:nvSpPr>
          <p:cNvPr id="111" name="Shape 1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8" name="Shape 11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67014" y="27095"/>
            <a:ext cx="5491084" cy="467361"/>
          </a:xfrm>
          <a:prstGeom prst="rect">
            <a:avLst/>
          </a:prstGeom>
        </p:spPr>
        <p:txBody>
          <a:bodyPr lIns="130046" tIns="65023" rIns="130046" bIns="65023"/>
          <a:lstStyle>
            <a:lvl1pPr>
              <a:defRPr/>
            </a:lvl1pPr>
          </a:lstStyle>
          <a:p>
            <a:pPr>
              <a:defRPr/>
            </a:pPr>
            <a:fld id="{2CDF4C1E-2C77-4154-ADD8-310B6460F8A9}" type="datetimeFigureOut">
              <a:rPr lang="en-US"/>
              <a:pPr>
                <a:defRPr/>
              </a:pPr>
              <a:t>1/14/2026</a:t>
            </a:fld>
            <a:endParaRPr lang="en-US"/>
          </a:p>
        </p:txBody>
      </p:sp>
      <p:sp>
        <p:nvSpPr>
          <p:cNvPr id="5" name="Footer Placeholder 4"/>
          <p:cNvSpPr>
            <a:spLocks noGrp="1"/>
          </p:cNvSpPr>
          <p:nvPr>
            <p:ph type="ftr" sz="quarter" idx="11"/>
          </p:nvPr>
        </p:nvSpPr>
        <p:spPr>
          <a:xfrm>
            <a:off x="6502599" y="27095"/>
            <a:ext cx="7803118" cy="467361"/>
          </a:xfrm>
          <a:prstGeom prst="rect">
            <a:avLst/>
          </a:prstGeom>
        </p:spPr>
        <p:txBody>
          <a:bodyPr lIns="130046" tIns="65023" rIns="130046" bIns="65023"/>
          <a:lstStyle>
            <a:lvl1pPr>
              <a:defRPr/>
            </a:lvl1pPr>
          </a:lstStyle>
          <a:p>
            <a:pPr>
              <a:defRPr/>
            </a:pPr>
            <a:endParaRPr lang="en-US"/>
          </a:p>
        </p:txBody>
      </p:sp>
      <p:sp>
        <p:nvSpPr>
          <p:cNvPr id="6" name="Slide Number Placeholder 5"/>
          <p:cNvSpPr>
            <a:spLocks noGrp="1"/>
          </p:cNvSpPr>
          <p:nvPr>
            <p:ph type="sldNum" sz="quarter" idx="12"/>
          </p:nvPr>
        </p:nvSpPr>
        <p:spPr>
          <a:xfrm>
            <a:off x="16453531" y="9194800"/>
            <a:ext cx="320601" cy="318036"/>
          </a:xfrm>
        </p:spPr>
        <p:txBody>
          <a:bodyPr/>
          <a:lstStyle>
            <a:lvl1pPr>
              <a:defRPr/>
            </a:lvl1pPr>
          </a:lstStyle>
          <a:p>
            <a:pPr>
              <a:defRPr/>
            </a:pPr>
            <a:fld id="{9A535430-8769-424E-9E74-CCA21C0C7F8F}" type="slidenum">
              <a:rPr lang="en-GB" altLang="en-US"/>
              <a:pPr>
                <a:defRPr/>
              </a:pPr>
              <a:t>‹#›</a:t>
            </a:fld>
            <a:endParaRPr lang="en-GB" altLang="en-US"/>
          </a:p>
        </p:txBody>
      </p:sp>
    </p:spTree>
    <p:extLst>
      <p:ext uri="{BB962C8B-B14F-4D97-AF65-F5344CB8AC3E}">
        <p14:creationId xmlns:p14="http://schemas.microsoft.com/office/powerpoint/2010/main" val="359614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A0A9A-5A32-4593-81BF-7A4D533C68A5}"/>
              </a:ext>
            </a:extLst>
          </p:cNvPr>
          <p:cNvSpPr>
            <a:spLocks noGrp="1"/>
          </p:cNvSpPr>
          <p:nvPr>
            <p:ph type="ctrTitle"/>
          </p:nvPr>
        </p:nvSpPr>
        <p:spPr>
          <a:xfrm>
            <a:off x="2167533" y="1596249"/>
            <a:ext cx="13005197" cy="3395698"/>
          </a:xfrm>
        </p:spPr>
        <p:txBody>
          <a:bodyPr anchor="b"/>
          <a:lstStyle>
            <a:lvl1pPr algn="ctr">
              <a:defRPr sz="8533"/>
            </a:lvl1pPr>
          </a:lstStyle>
          <a:p>
            <a:r>
              <a:rPr lang="en-US"/>
              <a:t>Click to edit Master title style</a:t>
            </a:r>
            <a:endParaRPr lang="en-GB"/>
          </a:p>
        </p:txBody>
      </p:sp>
      <p:sp>
        <p:nvSpPr>
          <p:cNvPr id="3" name="Subtitle 2">
            <a:extLst>
              <a:ext uri="{FF2B5EF4-FFF2-40B4-BE49-F238E27FC236}">
                <a16:creationId xmlns:a16="http://schemas.microsoft.com/office/drawing/2014/main" id="{3DD6F9C5-FD27-496E-8906-99D033ECC749}"/>
              </a:ext>
            </a:extLst>
          </p:cNvPr>
          <p:cNvSpPr>
            <a:spLocks noGrp="1"/>
          </p:cNvSpPr>
          <p:nvPr>
            <p:ph type="subTitle" idx="1"/>
          </p:nvPr>
        </p:nvSpPr>
        <p:spPr>
          <a:xfrm>
            <a:off x="2167533" y="5122898"/>
            <a:ext cx="13005197" cy="2354862"/>
          </a:xfrm>
        </p:spPr>
        <p:txBody>
          <a:bodyPr/>
          <a:lstStyle>
            <a:lvl1pPr marL="0" indent="0" algn="ctr">
              <a:buNone/>
              <a:defRPr sz="3413"/>
            </a:lvl1pPr>
            <a:lvl2pPr marL="650230" indent="0" algn="ctr">
              <a:buNone/>
              <a:defRPr sz="2844"/>
            </a:lvl2pPr>
            <a:lvl3pPr marL="1300460" indent="0" algn="ctr">
              <a:buNone/>
              <a:defRPr sz="2560"/>
            </a:lvl3pPr>
            <a:lvl4pPr marL="1950690" indent="0" algn="ctr">
              <a:buNone/>
              <a:defRPr sz="2276"/>
            </a:lvl4pPr>
            <a:lvl5pPr marL="2600919" indent="0" algn="ctr">
              <a:buNone/>
              <a:defRPr sz="2276"/>
            </a:lvl5pPr>
            <a:lvl6pPr marL="3251149" indent="0" algn="ctr">
              <a:buNone/>
              <a:defRPr sz="2276"/>
            </a:lvl6pPr>
            <a:lvl7pPr marL="3901379" indent="0" algn="ctr">
              <a:buNone/>
              <a:defRPr sz="2276"/>
            </a:lvl7pPr>
            <a:lvl8pPr marL="4551609" indent="0" algn="ctr">
              <a:buNone/>
              <a:defRPr sz="2276"/>
            </a:lvl8pPr>
            <a:lvl9pPr marL="5201839" indent="0" algn="ctr">
              <a:buNone/>
              <a:defRPr sz="2276"/>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C70E7B9-9427-49F7-94B8-73402D058D42}"/>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F322A779-2191-4F03-9A52-EDD42BA66E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EA21F7-1D82-452D-8F4F-664044064350}"/>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1778175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641A-97F0-42B6-ACCC-6405AF1FA69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25DC22D-E4D1-46FB-BE82-21D3347D54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A53530-F369-4E3E-A34D-F1F76F225C3D}"/>
              </a:ext>
            </a:extLst>
          </p:cNvPr>
          <p:cNvSpPr>
            <a:spLocks noGrp="1"/>
          </p:cNvSpPr>
          <p:nvPr>
            <p:ph type="dt" sz="half" idx="10"/>
          </p:nvPr>
        </p:nvSpPr>
        <p:spPr/>
        <p:txBody>
          <a:bodyPr/>
          <a:lstStyle/>
          <a:p>
            <a:pPr>
              <a:defRPr/>
            </a:pPr>
            <a:fld id="{2CDF4C1E-2C77-4154-ADD8-310B6460F8A9}" type="datetimeFigureOut">
              <a:rPr lang="en-US" smtClean="0"/>
              <a:pPr>
                <a:defRPr/>
              </a:pPr>
              <a:t>1/14/2026</a:t>
            </a:fld>
            <a:endParaRPr lang="en-US"/>
          </a:p>
        </p:txBody>
      </p:sp>
      <p:sp>
        <p:nvSpPr>
          <p:cNvPr id="5" name="Footer Placeholder 4">
            <a:extLst>
              <a:ext uri="{FF2B5EF4-FFF2-40B4-BE49-F238E27FC236}">
                <a16:creationId xmlns:a16="http://schemas.microsoft.com/office/drawing/2014/main" id="{676CD6DD-2839-4E32-9CF3-7A01DCF079F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CDE34A2-73A4-447B-B360-C67DAA58E5F1}"/>
              </a:ext>
            </a:extLst>
          </p:cNvPr>
          <p:cNvSpPr>
            <a:spLocks noGrp="1"/>
          </p:cNvSpPr>
          <p:nvPr>
            <p:ph type="sldNum" sz="quarter" idx="12"/>
          </p:nvPr>
        </p:nvSpPr>
        <p:spPr/>
        <p:txBody>
          <a:bodyPr/>
          <a:lstStyle/>
          <a:p>
            <a:pPr>
              <a:defRPr/>
            </a:pPr>
            <a:fld id="{9A535430-8769-424E-9E74-CCA21C0C7F8F}" type="slidenum">
              <a:rPr lang="en-GB" altLang="en-US" smtClean="0"/>
              <a:pPr>
                <a:defRPr/>
              </a:pPr>
              <a:t>‹#›</a:t>
            </a:fld>
            <a:endParaRPr lang="en-GB" altLang="en-US"/>
          </a:p>
        </p:txBody>
      </p:sp>
    </p:spTree>
    <p:extLst>
      <p:ext uri="{BB962C8B-B14F-4D97-AF65-F5344CB8AC3E}">
        <p14:creationId xmlns:p14="http://schemas.microsoft.com/office/powerpoint/2010/main" val="4254084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AD0ED-88C8-4CF4-B088-CA2E2F14B21A}"/>
              </a:ext>
            </a:extLst>
          </p:cNvPr>
          <p:cNvSpPr>
            <a:spLocks noGrp="1"/>
          </p:cNvSpPr>
          <p:nvPr>
            <p:ph type="title"/>
          </p:nvPr>
        </p:nvSpPr>
        <p:spPr>
          <a:xfrm>
            <a:off x="1183112" y="2431628"/>
            <a:ext cx="14955977" cy="4057226"/>
          </a:xfrm>
        </p:spPr>
        <p:txBody>
          <a:bodyPr anchor="b"/>
          <a:lstStyle>
            <a:lvl1pPr>
              <a:defRPr sz="8533"/>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26042B5-E91F-4EAF-80DE-AA39FA2D058B}"/>
              </a:ext>
            </a:extLst>
          </p:cNvPr>
          <p:cNvSpPr>
            <a:spLocks noGrp="1"/>
          </p:cNvSpPr>
          <p:nvPr>
            <p:ph type="body" idx="1"/>
          </p:nvPr>
        </p:nvSpPr>
        <p:spPr>
          <a:xfrm>
            <a:off x="1183112" y="6527237"/>
            <a:ext cx="14955977" cy="2133599"/>
          </a:xfrm>
        </p:spPr>
        <p:txBody>
          <a:bodyPr/>
          <a:lstStyle>
            <a:lvl1pPr marL="0" indent="0">
              <a:buNone/>
              <a:defRPr sz="3413">
                <a:solidFill>
                  <a:schemeClr val="tx1">
                    <a:tint val="75000"/>
                  </a:schemeClr>
                </a:solidFill>
              </a:defRPr>
            </a:lvl1pPr>
            <a:lvl2pPr marL="650230" indent="0">
              <a:buNone/>
              <a:defRPr sz="2844">
                <a:solidFill>
                  <a:schemeClr val="tx1">
                    <a:tint val="75000"/>
                  </a:schemeClr>
                </a:solidFill>
              </a:defRPr>
            </a:lvl2pPr>
            <a:lvl3pPr marL="1300460" indent="0">
              <a:buNone/>
              <a:defRPr sz="2560">
                <a:solidFill>
                  <a:schemeClr val="tx1">
                    <a:tint val="75000"/>
                  </a:schemeClr>
                </a:solidFill>
              </a:defRPr>
            </a:lvl3pPr>
            <a:lvl4pPr marL="1950690" indent="0">
              <a:buNone/>
              <a:defRPr sz="2276">
                <a:solidFill>
                  <a:schemeClr val="tx1">
                    <a:tint val="75000"/>
                  </a:schemeClr>
                </a:solidFill>
              </a:defRPr>
            </a:lvl4pPr>
            <a:lvl5pPr marL="2600919" indent="0">
              <a:buNone/>
              <a:defRPr sz="2276">
                <a:solidFill>
                  <a:schemeClr val="tx1">
                    <a:tint val="75000"/>
                  </a:schemeClr>
                </a:solidFill>
              </a:defRPr>
            </a:lvl5pPr>
            <a:lvl6pPr marL="3251149" indent="0">
              <a:buNone/>
              <a:defRPr sz="2276">
                <a:solidFill>
                  <a:schemeClr val="tx1">
                    <a:tint val="75000"/>
                  </a:schemeClr>
                </a:solidFill>
              </a:defRPr>
            </a:lvl6pPr>
            <a:lvl7pPr marL="3901379" indent="0">
              <a:buNone/>
              <a:defRPr sz="2276">
                <a:solidFill>
                  <a:schemeClr val="tx1">
                    <a:tint val="75000"/>
                  </a:schemeClr>
                </a:solidFill>
              </a:defRPr>
            </a:lvl7pPr>
            <a:lvl8pPr marL="4551609" indent="0">
              <a:buNone/>
              <a:defRPr sz="2276">
                <a:solidFill>
                  <a:schemeClr val="tx1">
                    <a:tint val="75000"/>
                  </a:schemeClr>
                </a:solidFill>
              </a:defRPr>
            </a:lvl8pPr>
            <a:lvl9pPr marL="5201839" indent="0">
              <a:buNone/>
              <a:defRPr sz="2276">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99024-EA75-4689-8956-9268582E0A50}"/>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D436AE88-6A54-4018-B3FA-F95711691C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B2179F-AFE7-44BD-8412-406E6BD2C358}"/>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3981180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49F5C-F1A7-4F26-9AD3-639EAA93710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B4D0D8-81ED-47AA-A00D-75343AF077EA}"/>
              </a:ext>
            </a:extLst>
          </p:cNvPr>
          <p:cNvSpPr>
            <a:spLocks noGrp="1"/>
          </p:cNvSpPr>
          <p:nvPr>
            <p:ph sz="half" idx="1"/>
          </p:nvPr>
        </p:nvSpPr>
        <p:spPr>
          <a:xfrm>
            <a:off x="1192143" y="2596444"/>
            <a:ext cx="7369612" cy="61885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ECE7F04-184F-4769-95D3-5E99562BE925}"/>
              </a:ext>
            </a:extLst>
          </p:cNvPr>
          <p:cNvSpPr>
            <a:spLocks noGrp="1"/>
          </p:cNvSpPr>
          <p:nvPr>
            <p:ph sz="half" idx="2"/>
          </p:nvPr>
        </p:nvSpPr>
        <p:spPr>
          <a:xfrm>
            <a:off x="8778508" y="2596444"/>
            <a:ext cx="7369612" cy="61885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A8809E9-DBA0-450A-9F49-B0645A8CA069}"/>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6" name="Footer Placeholder 5">
            <a:extLst>
              <a:ext uri="{FF2B5EF4-FFF2-40B4-BE49-F238E27FC236}">
                <a16:creationId xmlns:a16="http://schemas.microsoft.com/office/drawing/2014/main" id="{4B58E6DE-BAD5-4E87-9B35-4B5CC2F5F5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BC516A-E742-4728-B950-BF5CD0CA5A58}"/>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563158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700E1-B67E-42E6-B19A-677AD1D1724C}"/>
              </a:ext>
            </a:extLst>
          </p:cNvPr>
          <p:cNvSpPr>
            <a:spLocks noGrp="1"/>
          </p:cNvSpPr>
          <p:nvPr>
            <p:ph type="title"/>
          </p:nvPr>
        </p:nvSpPr>
        <p:spPr>
          <a:xfrm>
            <a:off x="1194402" y="519290"/>
            <a:ext cx="14955977" cy="188524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7BE299C-7F58-4AA5-91E5-B8C640F3442E}"/>
              </a:ext>
            </a:extLst>
          </p:cNvPr>
          <p:cNvSpPr>
            <a:spLocks noGrp="1"/>
          </p:cNvSpPr>
          <p:nvPr>
            <p:ph type="body" idx="1"/>
          </p:nvPr>
        </p:nvSpPr>
        <p:spPr>
          <a:xfrm>
            <a:off x="1194403" y="2390987"/>
            <a:ext cx="7335743"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4" name="Content Placeholder 3">
            <a:extLst>
              <a:ext uri="{FF2B5EF4-FFF2-40B4-BE49-F238E27FC236}">
                <a16:creationId xmlns:a16="http://schemas.microsoft.com/office/drawing/2014/main" id="{5BCA4A4E-35BE-487F-87F7-334E038B186E}"/>
              </a:ext>
            </a:extLst>
          </p:cNvPr>
          <p:cNvSpPr>
            <a:spLocks noGrp="1"/>
          </p:cNvSpPr>
          <p:nvPr>
            <p:ph sz="half" idx="2"/>
          </p:nvPr>
        </p:nvSpPr>
        <p:spPr>
          <a:xfrm>
            <a:off x="1194403" y="3562773"/>
            <a:ext cx="7335743" cy="5240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4DB2BFE-F854-41AF-B915-17811678B1BC}"/>
              </a:ext>
            </a:extLst>
          </p:cNvPr>
          <p:cNvSpPr>
            <a:spLocks noGrp="1"/>
          </p:cNvSpPr>
          <p:nvPr>
            <p:ph type="body" sz="quarter" idx="3"/>
          </p:nvPr>
        </p:nvSpPr>
        <p:spPr>
          <a:xfrm>
            <a:off x="8778508" y="2390987"/>
            <a:ext cx="7371870"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6" name="Content Placeholder 5">
            <a:extLst>
              <a:ext uri="{FF2B5EF4-FFF2-40B4-BE49-F238E27FC236}">
                <a16:creationId xmlns:a16="http://schemas.microsoft.com/office/drawing/2014/main" id="{EF8FE39F-C863-4122-952A-FF8D61058906}"/>
              </a:ext>
            </a:extLst>
          </p:cNvPr>
          <p:cNvSpPr>
            <a:spLocks noGrp="1"/>
          </p:cNvSpPr>
          <p:nvPr>
            <p:ph sz="quarter" idx="4"/>
          </p:nvPr>
        </p:nvSpPr>
        <p:spPr>
          <a:xfrm>
            <a:off x="8778508" y="3562773"/>
            <a:ext cx="7371870" cy="5240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5DB1546-84C1-4A1F-8A10-FE88F29C8905}"/>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8" name="Footer Placeholder 7">
            <a:extLst>
              <a:ext uri="{FF2B5EF4-FFF2-40B4-BE49-F238E27FC236}">
                <a16:creationId xmlns:a16="http://schemas.microsoft.com/office/drawing/2014/main" id="{6812BF4F-F994-4D3D-9B0D-36EB6E846D7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1000D7E-1F66-4284-95EB-B575028C3D7C}"/>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2319581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AFA3-B026-434E-9C43-8F5DE54EDE7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B6F7204-275D-4CE2-85BE-07F4367B43D2}"/>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4" name="Footer Placeholder 3">
            <a:extLst>
              <a:ext uri="{FF2B5EF4-FFF2-40B4-BE49-F238E27FC236}">
                <a16:creationId xmlns:a16="http://schemas.microsoft.com/office/drawing/2014/main" id="{96A1DDF3-BB15-460C-B274-C002A022173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F587B5F-DCFF-453A-8E20-EC2931F419E6}"/>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1861101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A35630-C51A-4742-BC91-78CBC86236DE}"/>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3" name="Footer Placeholder 2">
            <a:extLst>
              <a:ext uri="{FF2B5EF4-FFF2-40B4-BE49-F238E27FC236}">
                <a16:creationId xmlns:a16="http://schemas.microsoft.com/office/drawing/2014/main" id="{276CC7D6-6325-4247-B5EF-48C0E29D33D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68C1E70-502B-488E-A867-419DBCD3BE83}"/>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7720734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B17E9-64CE-435A-910C-8003283331D3}"/>
              </a:ext>
            </a:extLst>
          </p:cNvPr>
          <p:cNvSpPr>
            <a:spLocks noGrp="1"/>
          </p:cNvSpPr>
          <p:nvPr>
            <p:ph type="title"/>
          </p:nvPr>
        </p:nvSpPr>
        <p:spPr>
          <a:xfrm>
            <a:off x="1194402" y="650240"/>
            <a:ext cx="5592686" cy="2275840"/>
          </a:xfrm>
        </p:spPr>
        <p:txBody>
          <a:bodyPr anchor="b"/>
          <a:lstStyle>
            <a:lvl1pPr>
              <a:defRPr sz="4551"/>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F19F047-267F-4F2C-BED6-2F75BFCD286C}"/>
              </a:ext>
            </a:extLst>
          </p:cNvPr>
          <p:cNvSpPr>
            <a:spLocks noGrp="1"/>
          </p:cNvSpPr>
          <p:nvPr>
            <p:ph idx="1"/>
          </p:nvPr>
        </p:nvSpPr>
        <p:spPr>
          <a:xfrm>
            <a:off x="7371870" y="1404338"/>
            <a:ext cx="8778508" cy="6931378"/>
          </a:xfrm>
        </p:spPr>
        <p:txBody>
          <a:bodyPr/>
          <a:lstStyle>
            <a:lvl1pPr>
              <a:defRPr sz="4551"/>
            </a:lvl1pPr>
            <a:lvl2pPr>
              <a:defRPr sz="3982"/>
            </a:lvl2pPr>
            <a:lvl3pPr>
              <a:defRPr sz="3413"/>
            </a:lvl3pPr>
            <a:lvl4pPr>
              <a:defRPr sz="2844"/>
            </a:lvl4pPr>
            <a:lvl5pPr>
              <a:defRPr sz="2844"/>
            </a:lvl5pPr>
            <a:lvl6pPr>
              <a:defRPr sz="2844"/>
            </a:lvl6pPr>
            <a:lvl7pPr>
              <a:defRPr sz="2844"/>
            </a:lvl7pPr>
            <a:lvl8pPr>
              <a:defRPr sz="2844"/>
            </a:lvl8pPr>
            <a:lvl9pPr>
              <a:defRPr sz="284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D6516E6-49C6-49D1-95CA-C6EFCEED6445}"/>
              </a:ext>
            </a:extLst>
          </p:cNvPr>
          <p:cNvSpPr>
            <a:spLocks noGrp="1"/>
          </p:cNvSpPr>
          <p:nvPr>
            <p:ph type="body" sz="half" idx="2"/>
          </p:nvPr>
        </p:nvSpPr>
        <p:spPr>
          <a:xfrm>
            <a:off x="1194402" y="2926080"/>
            <a:ext cx="55926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5" name="Date Placeholder 4">
            <a:extLst>
              <a:ext uri="{FF2B5EF4-FFF2-40B4-BE49-F238E27FC236}">
                <a16:creationId xmlns:a16="http://schemas.microsoft.com/office/drawing/2014/main" id="{436084ED-187C-4958-B8AC-8AD405B12CD2}"/>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6" name="Footer Placeholder 5">
            <a:extLst>
              <a:ext uri="{FF2B5EF4-FFF2-40B4-BE49-F238E27FC236}">
                <a16:creationId xmlns:a16="http://schemas.microsoft.com/office/drawing/2014/main" id="{BB37323D-19EF-4E3F-BC4C-55D733013B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1AB75B2-6DCE-48E9-BB49-8BCBF5008779}"/>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19898958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18752-0F07-4D73-A575-491D80F4E2B9}"/>
              </a:ext>
            </a:extLst>
          </p:cNvPr>
          <p:cNvSpPr>
            <a:spLocks noGrp="1"/>
          </p:cNvSpPr>
          <p:nvPr>
            <p:ph type="title"/>
          </p:nvPr>
        </p:nvSpPr>
        <p:spPr>
          <a:xfrm>
            <a:off x="1194402" y="650240"/>
            <a:ext cx="5592686" cy="2275840"/>
          </a:xfrm>
        </p:spPr>
        <p:txBody>
          <a:bodyPr anchor="b"/>
          <a:lstStyle>
            <a:lvl1pPr>
              <a:defRPr sz="4551"/>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2FC18B2-08E8-4538-B9BC-E68E695855D9}"/>
              </a:ext>
            </a:extLst>
          </p:cNvPr>
          <p:cNvSpPr>
            <a:spLocks noGrp="1"/>
          </p:cNvSpPr>
          <p:nvPr>
            <p:ph type="pic" idx="1"/>
          </p:nvPr>
        </p:nvSpPr>
        <p:spPr>
          <a:xfrm>
            <a:off x="7371870" y="1404338"/>
            <a:ext cx="8778508" cy="6931378"/>
          </a:xfrm>
        </p:spPr>
        <p:txBody>
          <a:bodyPr/>
          <a:lstStyle>
            <a:lvl1pPr marL="0" indent="0">
              <a:buNone/>
              <a:defRPr sz="4551"/>
            </a:lvl1pPr>
            <a:lvl2pPr marL="650230" indent="0">
              <a:buNone/>
              <a:defRPr sz="3982"/>
            </a:lvl2pPr>
            <a:lvl3pPr marL="1300460" indent="0">
              <a:buNone/>
              <a:defRPr sz="3413"/>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endParaRPr lang="en-GB"/>
          </a:p>
        </p:txBody>
      </p:sp>
      <p:sp>
        <p:nvSpPr>
          <p:cNvPr id="4" name="Text Placeholder 3">
            <a:extLst>
              <a:ext uri="{FF2B5EF4-FFF2-40B4-BE49-F238E27FC236}">
                <a16:creationId xmlns:a16="http://schemas.microsoft.com/office/drawing/2014/main" id="{268BEB96-90B3-4F48-B654-836376968AC4}"/>
              </a:ext>
            </a:extLst>
          </p:cNvPr>
          <p:cNvSpPr>
            <a:spLocks noGrp="1"/>
          </p:cNvSpPr>
          <p:nvPr>
            <p:ph type="body" sz="half" idx="2"/>
          </p:nvPr>
        </p:nvSpPr>
        <p:spPr>
          <a:xfrm>
            <a:off x="1194402" y="2926080"/>
            <a:ext cx="55926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5" name="Date Placeholder 4">
            <a:extLst>
              <a:ext uri="{FF2B5EF4-FFF2-40B4-BE49-F238E27FC236}">
                <a16:creationId xmlns:a16="http://schemas.microsoft.com/office/drawing/2014/main" id="{A032EAF7-F641-4BA2-B8E5-E9CA494AA5D5}"/>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6" name="Footer Placeholder 5">
            <a:extLst>
              <a:ext uri="{FF2B5EF4-FFF2-40B4-BE49-F238E27FC236}">
                <a16:creationId xmlns:a16="http://schemas.microsoft.com/office/drawing/2014/main" id="{B97ED160-FCF3-49A7-90D1-E57BEEF88B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614060-35CA-44EA-A4EA-256EE7C231C5}"/>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1148504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5C79D-573E-43CA-AF45-75224033E6C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69DFD4-0658-4D54-A63C-43585DCCD0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932EF1-0AEE-4C69-BB0F-A1ACC8C35257}"/>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C0DD114A-8503-47E6-B1BB-BB12E9F3548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A5D1E0-BAE3-4157-8DF6-8018023AE45B}"/>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24169903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D2F404-59AD-4432-91A6-DC800CD51B3B}"/>
              </a:ext>
            </a:extLst>
          </p:cNvPr>
          <p:cNvSpPr>
            <a:spLocks noGrp="1"/>
          </p:cNvSpPr>
          <p:nvPr>
            <p:ph type="title" orient="vert"/>
          </p:nvPr>
        </p:nvSpPr>
        <p:spPr>
          <a:xfrm>
            <a:off x="12409126" y="519289"/>
            <a:ext cx="3738994" cy="8265725"/>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C0C78BB-D0E3-4EBF-B755-9592237994FE}"/>
              </a:ext>
            </a:extLst>
          </p:cNvPr>
          <p:cNvSpPr>
            <a:spLocks noGrp="1"/>
          </p:cNvSpPr>
          <p:nvPr>
            <p:ph type="body" orient="vert" idx="1"/>
          </p:nvPr>
        </p:nvSpPr>
        <p:spPr>
          <a:xfrm>
            <a:off x="1192143" y="519289"/>
            <a:ext cx="11000229" cy="82657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5CFD3F-5C8C-443C-AC5B-30F49139DA9C}"/>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6FFE8B29-0AAA-47B9-A833-2C66412F7AE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52BF19-EED0-4D4E-8EC9-AD0CC6B6EF22}"/>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3908909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BEA"/>
        </a:solidFill>
        <a:effectLst/>
      </p:bgPr>
    </p:bg>
    <p:spTree>
      <p:nvGrpSpPr>
        <p:cNvPr id="1" name=""/>
        <p:cNvGrpSpPr/>
        <p:nvPr/>
      </p:nvGrpSpPr>
      <p:grpSpPr>
        <a:xfrm>
          <a:off x="0" y="0"/>
          <a:ext cx="0" cy="0"/>
          <a:chOff x="0" y="0"/>
          <a:chExt cx="0" cy="0"/>
        </a:xfrm>
      </p:grpSpPr>
      <p:sp>
        <p:nvSpPr>
          <p:cNvPr id="2" name="Shape 2"/>
          <p:cNvSpPr/>
          <p:nvPr/>
        </p:nvSpPr>
        <p:spPr>
          <a:xfrm>
            <a:off x="762023" y="1968501"/>
            <a:ext cx="15824625" cy="129"/>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3" name="Shape 3"/>
          <p:cNvSpPr>
            <a:spLocks noGrp="1"/>
          </p:cNvSpPr>
          <p:nvPr>
            <p:ph type="title"/>
          </p:nvPr>
        </p:nvSpPr>
        <p:spPr>
          <a:xfrm>
            <a:off x="762024" y="330200"/>
            <a:ext cx="15816216" cy="1397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b">
            <a:normAutofit/>
          </a:bodyPr>
          <a:lstStyle/>
          <a:p>
            <a:r>
              <a:rPr dirty="0"/>
              <a:t>Title Text</a:t>
            </a:r>
          </a:p>
        </p:txBody>
      </p:sp>
      <p:sp>
        <p:nvSpPr>
          <p:cNvPr id="4" name="Shape 4"/>
          <p:cNvSpPr>
            <a:spLocks noGrp="1"/>
          </p:cNvSpPr>
          <p:nvPr>
            <p:ph type="body" idx="1"/>
          </p:nvPr>
        </p:nvSpPr>
        <p:spPr>
          <a:xfrm>
            <a:off x="762024" y="2222500"/>
            <a:ext cx="15816216" cy="66675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5" name="Shape 5"/>
          <p:cNvSpPr>
            <a:spLocks noGrp="1"/>
          </p:cNvSpPr>
          <p:nvPr>
            <p:ph type="sldNum" sz="quarter" idx="2"/>
          </p:nvPr>
        </p:nvSpPr>
        <p:spPr>
          <a:xfrm>
            <a:off x="16453531" y="9194800"/>
            <a:ext cx="320601" cy="318036"/>
          </a:xfrm>
          <a:prstGeom prst="rect">
            <a:avLst/>
          </a:prstGeom>
          <a:ln w="12700">
            <a:miter lim="400000"/>
          </a:ln>
        </p:spPr>
        <p:txBody>
          <a:bodyPr wrap="none" lIns="50800" tIns="50800" rIns="50800" bIns="50800">
            <a:spAutoFit/>
          </a:bodyPr>
          <a:lstStyle>
            <a:lvl1pPr algn="r">
              <a:defRPr sz="1400">
                <a:latin typeface="Helvetica Neue"/>
                <a:ea typeface="Helvetica Neue"/>
                <a:cs typeface="Helvetica Neue"/>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 id="2147483660" r:id="rId10"/>
    <p:sldLayoutId id="2147483661" r:id="rId11"/>
  </p:sldLayoutIdLst>
  <p:transition spd="med"/>
  <p:txStyles>
    <p:titleStyle>
      <a:lvl1pPr marL="0" marR="0" indent="0" algn="l" defTabSz="584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Helvetica Neue Light"/>
        </a:defRPr>
      </a:lvl1pPr>
      <a:lvl2pPr marL="0" marR="0" indent="2286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2pPr>
      <a:lvl3pPr marL="0" marR="0" indent="4572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3pPr>
      <a:lvl4pPr marL="0" marR="0" indent="6858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4pPr>
      <a:lvl5pPr marL="0" marR="0" indent="9144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5pPr>
      <a:lvl6pPr marL="0" marR="0" indent="11430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6pPr>
      <a:lvl7pPr marL="0" marR="0" indent="13716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7pPr>
      <a:lvl8pPr marL="0" marR="0" indent="16002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8pPr>
      <a:lvl9pPr marL="0" marR="0" indent="18288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9pPr>
    </p:titleStyle>
    <p:bodyStyle>
      <a:lvl1pPr marL="4572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1pPr>
      <a:lvl2pPr marL="9144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2pPr>
      <a:lvl3pPr marL="13716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3pPr>
      <a:lvl4pPr marL="18288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4pPr>
      <a:lvl5pPr marL="22860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5pPr>
      <a:lvl6pPr marL="27432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6pPr>
      <a:lvl7pPr marL="32004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7pPr>
      <a:lvl8pPr marL="36576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8pPr>
      <a:lvl9pPr marL="41148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9pPr>
    </p:bodyStyle>
    <p:otherStyle>
      <a:lvl1pPr marL="0" marR="0" indent="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1pPr>
      <a:lvl2pPr marL="0" marR="0" indent="2286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2pPr>
      <a:lvl3pPr marL="0" marR="0" indent="4572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3pPr>
      <a:lvl4pPr marL="0" marR="0" indent="6858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4pPr>
      <a:lvl5pPr marL="0" marR="0" indent="9144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5pPr>
      <a:lvl6pPr marL="0" marR="0" indent="11430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6pPr>
      <a:lvl7pPr marL="0" marR="0" indent="13716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7pPr>
      <a:lvl8pPr marL="0" marR="0" indent="16002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8pPr>
      <a:lvl9pPr marL="0" marR="0" indent="18288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EFBE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09F2D6-E623-45C5-A10A-750A90B10892}"/>
              </a:ext>
            </a:extLst>
          </p:cNvPr>
          <p:cNvSpPr>
            <a:spLocks noGrp="1"/>
          </p:cNvSpPr>
          <p:nvPr>
            <p:ph type="title"/>
          </p:nvPr>
        </p:nvSpPr>
        <p:spPr>
          <a:xfrm>
            <a:off x="1192143" y="519290"/>
            <a:ext cx="14955977" cy="188524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1208778-3C62-4556-9450-9D0B7B31CE86}"/>
              </a:ext>
            </a:extLst>
          </p:cNvPr>
          <p:cNvSpPr>
            <a:spLocks noGrp="1"/>
          </p:cNvSpPr>
          <p:nvPr>
            <p:ph type="body" idx="1"/>
          </p:nvPr>
        </p:nvSpPr>
        <p:spPr>
          <a:xfrm>
            <a:off x="1192143" y="2596444"/>
            <a:ext cx="14955977" cy="61885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703158-A4C6-49F0-9BB4-24BDA774EB64}"/>
              </a:ext>
            </a:extLst>
          </p:cNvPr>
          <p:cNvSpPr>
            <a:spLocks noGrp="1"/>
          </p:cNvSpPr>
          <p:nvPr>
            <p:ph type="dt" sz="half" idx="2"/>
          </p:nvPr>
        </p:nvSpPr>
        <p:spPr>
          <a:xfrm>
            <a:off x="1192143" y="9040143"/>
            <a:ext cx="3901559"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CE07F357-997D-4F66-B8EB-6001506F54CE}"/>
              </a:ext>
            </a:extLst>
          </p:cNvPr>
          <p:cNvSpPr>
            <a:spLocks noGrp="1"/>
          </p:cNvSpPr>
          <p:nvPr>
            <p:ph type="ftr" sz="quarter" idx="3"/>
          </p:nvPr>
        </p:nvSpPr>
        <p:spPr>
          <a:xfrm>
            <a:off x="5743962" y="9040143"/>
            <a:ext cx="5852339" cy="519289"/>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236E989-C092-43BB-AB7C-4804D431CC6B}"/>
              </a:ext>
            </a:extLst>
          </p:cNvPr>
          <p:cNvSpPr>
            <a:spLocks noGrp="1"/>
          </p:cNvSpPr>
          <p:nvPr>
            <p:ph type="sldNum" sz="quarter" idx="4"/>
          </p:nvPr>
        </p:nvSpPr>
        <p:spPr>
          <a:xfrm>
            <a:off x="12246561" y="9040143"/>
            <a:ext cx="3901559" cy="519289"/>
          </a:xfrm>
          <a:prstGeom prst="rect">
            <a:avLst/>
          </a:prstGeom>
        </p:spPr>
        <p:txBody>
          <a:bodyPr vert="horz" lIns="91440" tIns="45720" rIns="91440" bIns="45720" rtlCol="0" anchor="ctr"/>
          <a:lstStyle>
            <a:lvl1pPr algn="r">
              <a:defRPr sz="1707">
                <a:solidFill>
                  <a:schemeClr val="tx1">
                    <a:tint val="75000"/>
                  </a:schemeClr>
                </a:solidFill>
              </a:defRPr>
            </a:lvl1pPr>
          </a:lstStyle>
          <a:p>
            <a:fld id="{86CB4B4D-7CA3-9044-876B-883B54F8677D}" type="slidenum">
              <a:rPr lang="en-GB" smtClean="0"/>
              <a:t>‹#›</a:t>
            </a:fld>
            <a:endParaRPr lang="en-GB"/>
          </a:p>
        </p:txBody>
      </p:sp>
    </p:spTree>
    <p:extLst>
      <p:ext uri="{BB962C8B-B14F-4D97-AF65-F5344CB8AC3E}">
        <p14:creationId xmlns:p14="http://schemas.microsoft.com/office/powerpoint/2010/main" val="46306672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1300460" rtl="0" eaLnBrk="1" latinLnBrk="0" hangingPunct="1">
        <a:lnSpc>
          <a:spcPct val="90000"/>
        </a:lnSpc>
        <a:spcBef>
          <a:spcPct val="0"/>
        </a:spcBef>
        <a:buNone/>
        <a:defRPr sz="6258" kern="1200">
          <a:solidFill>
            <a:schemeClr val="tx1"/>
          </a:solidFill>
          <a:latin typeface="+mj-lt"/>
          <a:ea typeface="+mj-ea"/>
          <a:cs typeface="+mj-cs"/>
        </a:defRPr>
      </a:lvl1pPr>
    </p:titleStyle>
    <p:bodyStyle>
      <a:lvl1pPr marL="325115" indent="-325115" algn="l" defTabSz="1300460" rtl="0" eaLnBrk="1" latinLnBrk="0" hangingPunct="1">
        <a:lnSpc>
          <a:spcPct val="90000"/>
        </a:lnSpc>
        <a:spcBef>
          <a:spcPts val="1422"/>
        </a:spcBef>
        <a:buFont typeface="Arial" panose="020B0604020202020204" pitchFamily="34" charset="0"/>
        <a:buChar char="•"/>
        <a:defRPr sz="3982" kern="1200">
          <a:solidFill>
            <a:schemeClr val="tx1"/>
          </a:solidFill>
          <a:latin typeface="+mn-lt"/>
          <a:ea typeface="+mn-ea"/>
          <a:cs typeface="+mn-cs"/>
        </a:defRPr>
      </a:lvl1pPr>
      <a:lvl2pPr marL="975345" indent="-325115" algn="l" defTabSz="1300460" rtl="0" eaLnBrk="1" latinLnBrk="0" hangingPunct="1">
        <a:lnSpc>
          <a:spcPct val="90000"/>
        </a:lnSpc>
        <a:spcBef>
          <a:spcPts val="711"/>
        </a:spcBef>
        <a:buFont typeface="Arial" panose="020B0604020202020204" pitchFamily="34" charset="0"/>
        <a:buChar char="•"/>
        <a:defRPr sz="3413" kern="1200">
          <a:solidFill>
            <a:schemeClr val="tx1"/>
          </a:solidFill>
          <a:latin typeface="+mn-lt"/>
          <a:ea typeface="+mn-ea"/>
          <a:cs typeface="+mn-cs"/>
        </a:defRPr>
      </a:lvl2pPr>
      <a:lvl3pPr marL="1625575" indent="-325115" algn="l" defTabSz="1300460" rtl="0" eaLnBrk="1" latinLnBrk="0" hangingPunct="1">
        <a:lnSpc>
          <a:spcPct val="90000"/>
        </a:lnSpc>
        <a:spcBef>
          <a:spcPts val="711"/>
        </a:spcBef>
        <a:buFont typeface="Arial" panose="020B0604020202020204" pitchFamily="34" charset="0"/>
        <a:buChar char="•"/>
        <a:defRPr sz="2844" kern="1200">
          <a:solidFill>
            <a:schemeClr val="tx1"/>
          </a:solidFill>
          <a:latin typeface="+mn-lt"/>
          <a:ea typeface="+mn-ea"/>
          <a:cs typeface="+mn-cs"/>
        </a:defRPr>
      </a:lvl3pPr>
      <a:lvl4pPr marL="227580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4pPr>
      <a:lvl5pPr marL="292603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5pPr>
      <a:lvl6pPr marL="357626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49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72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95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460" rtl="0" eaLnBrk="1" latinLnBrk="0" hangingPunct="1">
        <a:defRPr sz="2560" kern="1200">
          <a:solidFill>
            <a:schemeClr val="tx1"/>
          </a:solidFill>
          <a:latin typeface="+mn-lt"/>
          <a:ea typeface="+mn-ea"/>
          <a:cs typeface="+mn-cs"/>
        </a:defRPr>
      </a:lvl1pPr>
      <a:lvl2pPr marL="650230" algn="l" defTabSz="1300460" rtl="0" eaLnBrk="1" latinLnBrk="0" hangingPunct="1">
        <a:defRPr sz="2560" kern="1200">
          <a:solidFill>
            <a:schemeClr val="tx1"/>
          </a:solidFill>
          <a:latin typeface="+mn-lt"/>
          <a:ea typeface="+mn-ea"/>
          <a:cs typeface="+mn-cs"/>
        </a:defRPr>
      </a:lvl2pPr>
      <a:lvl3pPr marL="1300460" algn="l" defTabSz="1300460" rtl="0" eaLnBrk="1" latinLnBrk="0" hangingPunct="1">
        <a:defRPr sz="2560" kern="1200">
          <a:solidFill>
            <a:schemeClr val="tx1"/>
          </a:solidFill>
          <a:latin typeface="+mn-lt"/>
          <a:ea typeface="+mn-ea"/>
          <a:cs typeface="+mn-cs"/>
        </a:defRPr>
      </a:lvl3pPr>
      <a:lvl4pPr marL="1950690" algn="l" defTabSz="1300460" rtl="0" eaLnBrk="1" latinLnBrk="0" hangingPunct="1">
        <a:defRPr sz="2560" kern="1200">
          <a:solidFill>
            <a:schemeClr val="tx1"/>
          </a:solidFill>
          <a:latin typeface="+mn-lt"/>
          <a:ea typeface="+mn-ea"/>
          <a:cs typeface="+mn-cs"/>
        </a:defRPr>
      </a:lvl4pPr>
      <a:lvl5pPr marL="2600919" algn="l" defTabSz="1300460" rtl="0" eaLnBrk="1" latinLnBrk="0" hangingPunct="1">
        <a:defRPr sz="2560" kern="1200">
          <a:solidFill>
            <a:schemeClr val="tx1"/>
          </a:solidFill>
          <a:latin typeface="+mn-lt"/>
          <a:ea typeface="+mn-ea"/>
          <a:cs typeface="+mn-cs"/>
        </a:defRPr>
      </a:lvl5pPr>
      <a:lvl6pPr marL="3251149" algn="l" defTabSz="1300460" rtl="0" eaLnBrk="1" latinLnBrk="0" hangingPunct="1">
        <a:defRPr sz="2560" kern="1200">
          <a:solidFill>
            <a:schemeClr val="tx1"/>
          </a:solidFill>
          <a:latin typeface="+mn-lt"/>
          <a:ea typeface="+mn-ea"/>
          <a:cs typeface="+mn-cs"/>
        </a:defRPr>
      </a:lvl6pPr>
      <a:lvl7pPr marL="3901379" algn="l" defTabSz="1300460" rtl="0" eaLnBrk="1" latinLnBrk="0" hangingPunct="1">
        <a:defRPr sz="2560" kern="1200">
          <a:solidFill>
            <a:schemeClr val="tx1"/>
          </a:solidFill>
          <a:latin typeface="+mn-lt"/>
          <a:ea typeface="+mn-ea"/>
          <a:cs typeface="+mn-cs"/>
        </a:defRPr>
      </a:lvl7pPr>
      <a:lvl8pPr marL="4551609" algn="l" defTabSz="1300460" rtl="0" eaLnBrk="1" latinLnBrk="0" hangingPunct="1">
        <a:defRPr sz="2560" kern="1200">
          <a:solidFill>
            <a:schemeClr val="tx1"/>
          </a:solidFill>
          <a:latin typeface="+mn-lt"/>
          <a:ea typeface="+mn-ea"/>
          <a:cs typeface="+mn-cs"/>
        </a:defRPr>
      </a:lvl8pPr>
      <a:lvl9pPr marL="5201839" algn="l" defTabSz="1300460"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2167533" y="1596249"/>
            <a:ext cx="13005197" cy="3395698"/>
          </a:xfrm>
        </p:spPr>
        <p:txBody>
          <a:bodyPr>
            <a:normAutofit/>
          </a:bodyPr>
          <a:lstStyle/>
          <a:p>
            <a:r>
              <a:rPr lang="en-US" sz="8800" dirty="0"/>
              <a:t>Good and Bad Relations</a:t>
            </a:r>
            <a:endParaRPr lang="en-IE" noProof="0" dirty="0"/>
          </a:p>
        </p:txBody>
      </p:sp>
      <p:sp>
        <p:nvSpPr>
          <p:cNvPr id="6" name="Subtitle 5">
            <a:extLst>
              <a:ext uri="{FF2B5EF4-FFF2-40B4-BE49-F238E27FC236}">
                <a16:creationId xmlns:a16="http://schemas.microsoft.com/office/drawing/2014/main" id="{65A2176A-F514-4DFD-5EDD-11963ABB924E}"/>
              </a:ext>
            </a:extLst>
          </p:cNvPr>
          <p:cNvSpPr>
            <a:spLocks noGrp="1"/>
          </p:cNvSpPr>
          <p:nvPr>
            <p:ph type="subTitle" idx="1"/>
          </p:nvPr>
        </p:nvSpPr>
        <p:spPr/>
        <p:txBody>
          <a:bodyPr/>
          <a:lstStyle/>
          <a:p>
            <a:endParaRPr lang="en-IE" noProof="0" dirty="0"/>
          </a:p>
        </p:txBody>
      </p:sp>
      <p:sp>
        <p:nvSpPr>
          <p:cNvPr id="2" name="Lightning Bolt 1" descr="-">
            <a:extLst>
              <a:ext uri="{FF2B5EF4-FFF2-40B4-BE49-F238E27FC236}">
                <a16:creationId xmlns:a16="http://schemas.microsoft.com/office/drawing/2014/main" id="{8357F06C-ACB9-73CB-6DC5-0054E103720E}"/>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sym typeface="Helvetica Neue Light"/>
            </a:endParaRPr>
          </a:p>
        </p:txBody>
      </p:sp>
      <p:sp>
        <p:nvSpPr>
          <p:cNvPr id="3" name="Lightning Bolt 2" descr="-">
            <a:extLst>
              <a:ext uri="{FF2B5EF4-FFF2-40B4-BE49-F238E27FC236}">
                <a16:creationId xmlns:a16="http://schemas.microsoft.com/office/drawing/2014/main" id="{7DF4CA5B-E2D5-467C-D6B8-A1EE3EBA3872}"/>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sym typeface="Helvetica Neue Light"/>
            </a:endParaRPr>
          </a:p>
        </p:txBody>
      </p:sp>
    </p:spTree>
    <p:extLst>
      <p:ext uri="{BB962C8B-B14F-4D97-AF65-F5344CB8AC3E}">
        <p14:creationId xmlns:p14="http://schemas.microsoft.com/office/powerpoint/2010/main" val="4155272010"/>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List</a:t>
            </a:r>
          </a:p>
        </p:txBody>
      </p:sp>
      <p:sp>
        <p:nvSpPr>
          <p:cNvPr id="3" name="Text Placeholder 2"/>
          <p:cNvSpPr>
            <a:spLocks noGrp="1"/>
          </p:cNvSpPr>
          <p:nvPr>
            <p:ph type="body" idx="1"/>
          </p:nvPr>
        </p:nvSpPr>
        <p:spPr/>
        <p:txBody>
          <a:bodyPr/>
          <a:lstStyle/>
          <a:p>
            <a:r>
              <a:rPr lang="en-GB" altLang="en-US" dirty="0">
                <a:solidFill>
                  <a:srgbClr val="00B050"/>
                </a:solidFill>
              </a:rPr>
              <a:t>Good Relations versus Bad Relations</a:t>
            </a:r>
          </a:p>
          <a:p>
            <a:r>
              <a:rPr lang="en-GB" altLang="en-US" dirty="0">
                <a:solidFill>
                  <a:schemeClr val="bg1">
                    <a:lumMod val="50000"/>
                  </a:schemeClr>
                </a:solidFill>
              </a:rPr>
              <a:t>What’s so Bad about a Bad Relation?</a:t>
            </a:r>
          </a:p>
          <a:p>
            <a:r>
              <a:rPr lang="en-GB" altLang="en-US" dirty="0">
                <a:solidFill>
                  <a:schemeClr val="bg1">
                    <a:lumMod val="50000"/>
                  </a:schemeClr>
                </a:solidFill>
              </a:rPr>
              <a:t>How do we get a Good Relation?</a:t>
            </a:r>
          </a:p>
        </p:txBody>
      </p:sp>
      <p:sp>
        <p:nvSpPr>
          <p:cNvPr id="5" name="Rectangle 4"/>
          <p:cNvSpPr/>
          <p:nvPr/>
        </p:nvSpPr>
        <p:spPr>
          <a:xfrm>
            <a:off x="2650331" y="2262505"/>
            <a:ext cx="7239000"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endParaRPr lang="en-US">
              <a:solidFill>
                <a:srgbClr val="FFFFFF"/>
              </a:solidFill>
            </a:endParaRPr>
          </a:p>
        </p:txBody>
      </p:sp>
    </p:spTree>
    <p:extLst>
      <p:ext uri="{BB962C8B-B14F-4D97-AF65-F5344CB8AC3E}">
        <p14:creationId xmlns:p14="http://schemas.microsoft.com/office/powerpoint/2010/main" val="139638857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lIns="128692" tIns="63217" rIns="128692" bIns="63217" anchor="b">
            <a:normAutofit/>
          </a:bodyPr>
          <a:lstStyle/>
          <a:p>
            <a:pPr>
              <a:defRPr/>
            </a:pPr>
            <a:r>
              <a:rPr lang="en-GB" altLang="en-US" dirty="0"/>
              <a:t>Good Relations versus Bad Relations</a:t>
            </a:r>
          </a:p>
        </p:txBody>
      </p:sp>
      <p:sp>
        <p:nvSpPr>
          <p:cNvPr id="7171" name="Rectangle 3"/>
          <p:cNvSpPr>
            <a:spLocks noGrp="1" noChangeArrowheads="1"/>
          </p:cNvSpPr>
          <p:nvPr>
            <p:ph idx="1"/>
          </p:nvPr>
        </p:nvSpPr>
        <p:spPr>
          <a:xfrm>
            <a:off x="762023" y="2302934"/>
            <a:ext cx="15816215" cy="6764866"/>
          </a:xfrm>
        </p:spPr>
        <p:txBody>
          <a:bodyPr lIns="128692" tIns="63217" rIns="128692" bIns="63217">
            <a:noAutofit/>
          </a:bodyPr>
          <a:lstStyle/>
          <a:p>
            <a:r>
              <a:rPr lang="en-GB" altLang="en-US" dirty="0"/>
              <a:t>A relation is </a:t>
            </a:r>
            <a:r>
              <a:rPr lang="en-GB" altLang="en-US" i="1" dirty="0"/>
              <a:t>good</a:t>
            </a:r>
            <a:r>
              <a:rPr lang="en-GB" altLang="en-US" dirty="0"/>
              <a:t> if it records data about one object of interest. A relation that is not good is </a:t>
            </a:r>
            <a:r>
              <a:rPr lang="en-GB" altLang="en-US" i="1" dirty="0"/>
              <a:t>bad</a:t>
            </a:r>
            <a:r>
              <a:rPr lang="en-GB" altLang="en-US" dirty="0"/>
              <a:t>. </a:t>
            </a:r>
          </a:p>
          <a:p>
            <a:r>
              <a:rPr lang="en-GB" altLang="en-US" dirty="0"/>
              <a:t>In relational database design, we can attempt to build good relations. And, we can convert bad relations into good relations.</a:t>
            </a:r>
          </a:p>
          <a:p>
            <a:r>
              <a:rPr lang="en-GB" altLang="en-US" dirty="0"/>
              <a:t>What is a relation “about”? The key to the answer is usually the </a:t>
            </a:r>
            <a:r>
              <a:rPr lang="en-GB" altLang="en-US" i="1" dirty="0"/>
              <a:t>Primary key</a:t>
            </a:r>
            <a:r>
              <a:rPr lang="en-GB" altLang="en-US" dirty="0"/>
              <a:t>.</a:t>
            </a:r>
          </a:p>
        </p:txBody>
      </p:sp>
    </p:spTree>
    <p:extLst>
      <p:ext uri="{BB962C8B-B14F-4D97-AF65-F5344CB8AC3E}">
        <p14:creationId xmlns:p14="http://schemas.microsoft.com/office/powerpoint/2010/main" val="113188559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24" y="330200"/>
            <a:ext cx="15816216" cy="1397000"/>
          </a:xfrm>
        </p:spPr>
        <p:txBody>
          <a:bodyPr anchor="b">
            <a:normAutofit/>
          </a:bodyPr>
          <a:lstStyle/>
          <a:p>
            <a:pPr>
              <a:defRPr/>
            </a:pPr>
            <a:r>
              <a:rPr lang="en-GB" altLang="en-US" dirty="0"/>
              <a:t>Good Relation Examples</a:t>
            </a:r>
          </a:p>
        </p:txBody>
      </p:sp>
      <p:pic>
        <p:nvPicPr>
          <p:cNvPr id="2" name="Picture 1">
            <a:extLst>
              <a:ext uri="{FF2B5EF4-FFF2-40B4-BE49-F238E27FC236}">
                <a16:creationId xmlns:a16="http://schemas.microsoft.com/office/drawing/2014/main" id="{EDB6343C-D8C6-50BA-CBE1-2F7B9A167F68}"/>
              </a:ext>
            </a:extLst>
          </p:cNvPr>
          <p:cNvPicPr>
            <a:picLocks noChangeAspect="1"/>
          </p:cNvPicPr>
          <p:nvPr/>
        </p:nvPicPr>
        <p:blipFill>
          <a:blip r:embed="rId2"/>
          <a:stretch>
            <a:fillRect/>
          </a:stretch>
        </p:blipFill>
        <p:spPr>
          <a:xfrm>
            <a:off x="9790398" y="3886200"/>
            <a:ext cx="6909757" cy="2743200"/>
          </a:xfrm>
          <a:prstGeom prst="rect">
            <a:avLst/>
          </a:prstGeom>
          <a:ln w="38100">
            <a:solidFill>
              <a:schemeClr val="accent1"/>
            </a:solidFill>
          </a:ln>
        </p:spPr>
      </p:pic>
      <p:sp>
        <p:nvSpPr>
          <p:cNvPr id="4" name="Content Placeholder 2">
            <a:extLst>
              <a:ext uri="{FF2B5EF4-FFF2-40B4-BE49-F238E27FC236}">
                <a16:creationId xmlns:a16="http://schemas.microsoft.com/office/drawing/2014/main" id="{A20B2877-C67B-7821-AFFD-8231887B87D9}"/>
              </a:ext>
            </a:extLst>
          </p:cNvPr>
          <p:cNvSpPr>
            <a:spLocks noGrp="1"/>
          </p:cNvSpPr>
          <p:nvPr>
            <p:ph idx="1"/>
          </p:nvPr>
        </p:nvSpPr>
        <p:spPr>
          <a:xfrm>
            <a:off x="762024" y="2133600"/>
            <a:ext cx="8593907" cy="6806560"/>
          </a:xfrm>
        </p:spPr>
        <p:txBody>
          <a:bodyPr>
            <a:normAutofit/>
          </a:bodyPr>
          <a:lstStyle/>
          <a:p>
            <a:pPr>
              <a:lnSpc>
                <a:spcPct val="90000"/>
              </a:lnSpc>
              <a:spcBef>
                <a:spcPts val="1800"/>
              </a:spcBef>
            </a:pPr>
            <a:r>
              <a:rPr lang="en-GB" altLang="en-US" i="1" dirty="0"/>
              <a:t>The Branch</a:t>
            </a:r>
            <a:r>
              <a:rPr lang="en-GB" altLang="en-US" dirty="0"/>
              <a:t> relation is good because the key is </a:t>
            </a:r>
            <a:r>
              <a:rPr lang="en-GB" altLang="en-US" dirty="0" err="1"/>
              <a:t>branchNo</a:t>
            </a:r>
            <a:r>
              <a:rPr lang="en-GB" altLang="en-US" dirty="0"/>
              <a:t>, which identifies different branches, and each attribute (street, city, state, </a:t>
            </a:r>
            <a:r>
              <a:rPr lang="en-GB" altLang="en-US" dirty="0" err="1"/>
              <a:t>zipCode</a:t>
            </a:r>
            <a:r>
              <a:rPr lang="en-GB" altLang="en-US" dirty="0"/>
              <a:t>, and </a:t>
            </a:r>
            <a:r>
              <a:rPr lang="en-GB" altLang="en-US" dirty="0" err="1"/>
              <a:t>telNo</a:t>
            </a:r>
            <a:r>
              <a:rPr lang="en-GB" altLang="en-US" dirty="0"/>
              <a:t>) is a piece of information about each Branch.</a:t>
            </a:r>
          </a:p>
          <a:p>
            <a:pPr>
              <a:lnSpc>
                <a:spcPct val="90000"/>
              </a:lnSpc>
              <a:spcBef>
                <a:spcPts val="1800"/>
              </a:spcBef>
            </a:pPr>
            <a:r>
              <a:rPr lang="en-GB" altLang="en-US" dirty="0"/>
              <a:t>From the relation, we can see that for each branch there is one </a:t>
            </a:r>
            <a:r>
              <a:rPr lang="en-GB" altLang="en-US" dirty="0" err="1"/>
              <a:t>branchNo</a:t>
            </a:r>
            <a:r>
              <a:rPr lang="en-GB" altLang="en-US" dirty="0"/>
              <a:t> value, one street value, one city value, one state value, one </a:t>
            </a:r>
            <a:r>
              <a:rPr lang="en-GB" altLang="en-US" dirty="0" err="1"/>
              <a:t>zipCode</a:t>
            </a:r>
            <a:r>
              <a:rPr lang="en-GB" altLang="en-US" dirty="0"/>
              <a:t> value, and one </a:t>
            </a:r>
            <a:r>
              <a:rPr lang="en-GB" altLang="en-US" dirty="0" err="1"/>
              <a:t>telNo</a:t>
            </a:r>
            <a:r>
              <a:rPr lang="en-GB" altLang="en-US" dirty="0"/>
              <a:t> value.</a:t>
            </a:r>
          </a:p>
          <a:p>
            <a:pPr>
              <a:lnSpc>
                <a:spcPct val="90000"/>
              </a:lnSpc>
            </a:pPr>
            <a:endParaRPr lang="en-GB" altLang="en-US" dirty="0"/>
          </a:p>
          <a:p>
            <a:pPr>
              <a:lnSpc>
                <a:spcPct val="90000"/>
              </a:lnSpc>
            </a:pPr>
            <a:endParaRPr lang="en-GB" altLang="en-US" dirty="0"/>
          </a:p>
        </p:txBody>
      </p:sp>
    </p:spTree>
    <p:extLst>
      <p:ext uri="{BB962C8B-B14F-4D97-AF65-F5344CB8AC3E}">
        <p14:creationId xmlns:p14="http://schemas.microsoft.com/office/powerpoint/2010/main" val="110705693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611E105-D382-C22E-0895-F217F921C8C9}"/>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DDD22EBC-702E-841D-C3A9-AAD04BA3C592}"/>
              </a:ext>
            </a:extLst>
          </p:cNvPr>
          <p:cNvSpPr>
            <a:spLocks noGrp="1" noChangeArrowheads="1"/>
          </p:cNvSpPr>
          <p:nvPr>
            <p:ph type="title"/>
          </p:nvPr>
        </p:nvSpPr>
        <p:spPr>
          <a:xfrm>
            <a:off x="762024" y="330200"/>
            <a:ext cx="15816216" cy="1397000"/>
          </a:xfrm>
        </p:spPr>
        <p:txBody>
          <a:bodyPr anchor="b">
            <a:normAutofit/>
          </a:bodyPr>
          <a:lstStyle/>
          <a:p>
            <a:pPr>
              <a:defRPr/>
            </a:pPr>
            <a:r>
              <a:rPr lang="en-GB" altLang="en-US" dirty="0"/>
              <a:t>Good Relation Examples</a:t>
            </a:r>
          </a:p>
        </p:txBody>
      </p:sp>
      <p:pic>
        <p:nvPicPr>
          <p:cNvPr id="3" name="Picture 2">
            <a:extLst>
              <a:ext uri="{FF2B5EF4-FFF2-40B4-BE49-F238E27FC236}">
                <a16:creationId xmlns:a16="http://schemas.microsoft.com/office/drawing/2014/main" id="{E33BC097-CC7D-DD93-215D-3859207FFB46}"/>
              </a:ext>
            </a:extLst>
          </p:cNvPr>
          <p:cNvPicPr>
            <a:picLocks noChangeAspect="1"/>
          </p:cNvPicPr>
          <p:nvPr/>
        </p:nvPicPr>
        <p:blipFill>
          <a:blip r:embed="rId2"/>
          <a:stretch>
            <a:fillRect/>
          </a:stretch>
        </p:blipFill>
        <p:spPr>
          <a:xfrm>
            <a:off x="11440361" y="2667000"/>
            <a:ext cx="5144262" cy="3276600"/>
          </a:xfrm>
          <a:prstGeom prst="rect">
            <a:avLst/>
          </a:prstGeom>
          <a:ln w="38100">
            <a:solidFill>
              <a:schemeClr val="accent1"/>
            </a:solidFill>
          </a:ln>
        </p:spPr>
      </p:pic>
      <p:sp>
        <p:nvSpPr>
          <p:cNvPr id="4" name="Content Placeholder 2">
            <a:extLst>
              <a:ext uri="{FF2B5EF4-FFF2-40B4-BE49-F238E27FC236}">
                <a16:creationId xmlns:a16="http://schemas.microsoft.com/office/drawing/2014/main" id="{A89AC71B-3F7B-4958-E7B1-E4100B3287A8}"/>
              </a:ext>
            </a:extLst>
          </p:cNvPr>
          <p:cNvSpPr>
            <a:spLocks noGrp="1"/>
          </p:cNvSpPr>
          <p:nvPr>
            <p:ph idx="1"/>
          </p:nvPr>
        </p:nvSpPr>
        <p:spPr>
          <a:xfrm>
            <a:off x="762023" y="2133600"/>
            <a:ext cx="9889308" cy="6705600"/>
          </a:xfrm>
        </p:spPr>
        <p:txBody>
          <a:bodyPr>
            <a:normAutofit/>
          </a:bodyPr>
          <a:lstStyle/>
          <a:p>
            <a:pPr>
              <a:lnSpc>
                <a:spcPct val="90000"/>
              </a:lnSpc>
              <a:spcBef>
                <a:spcPts val="1800"/>
              </a:spcBef>
            </a:pPr>
            <a:r>
              <a:rPr lang="en-GB" altLang="en-US" dirty="0"/>
              <a:t>Likewise, the </a:t>
            </a:r>
            <a:r>
              <a:rPr lang="en-GB" altLang="en-US" i="1" dirty="0"/>
              <a:t>Staff</a:t>
            </a:r>
            <a:r>
              <a:rPr lang="en-GB" altLang="en-US" dirty="0"/>
              <a:t> relation is good because the key is </a:t>
            </a:r>
            <a:r>
              <a:rPr lang="en-GB" altLang="en-US" dirty="0" err="1"/>
              <a:t>StaffNo</a:t>
            </a:r>
            <a:r>
              <a:rPr lang="en-GB" altLang="en-US" dirty="0"/>
              <a:t>, which identifies different Staff members, and each attribute (</a:t>
            </a:r>
            <a:r>
              <a:rPr lang="en-GB" altLang="en-US" dirty="0" err="1"/>
              <a:t>firstName</a:t>
            </a:r>
            <a:r>
              <a:rPr lang="en-GB" altLang="en-US" dirty="0"/>
              <a:t>, </a:t>
            </a:r>
            <a:r>
              <a:rPr lang="en-GB" altLang="en-US" dirty="0" err="1"/>
              <a:t>lastName</a:t>
            </a:r>
            <a:r>
              <a:rPr lang="en-GB" altLang="en-US" dirty="0"/>
              <a:t>, position, salary, and </a:t>
            </a:r>
            <a:r>
              <a:rPr lang="en-GB" altLang="en-US" dirty="0" err="1"/>
              <a:t>branchNo</a:t>
            </a:r>
            <a:r>
              <a:rPr lang="en-GB" altLang="en-US" dirty="0"/>
              <a:t>) is a piece of information about each Staff member.</a:t>
            </a:r>
          </a:p>
          <a:p>
            <a:pPr>
              <a:lnSpc>
                <a:spcPct val="90000"/>
              </a:lnSpc>
              <a:spcBef>
                <a:spcPts val="1800"/>
              </a:spcBef>
            </a:pPr>
            <a:r>
              <a:rPr lang="en-GB" altLang="en-US" dirty="0"/>
              <a:t>We can see that for each staff member there is one </a:t>
            </a:r>
            <a:r>
              <a:rPr lang="en-GB" altLang="en-US" dirty="0" err="1"/>
              <a:t>staffNo</a:t>
            </a:r>
            <a:r>
              <a:rPr lang="en-GB" altLang="en-US" dirty="0"/>
              <a:t> value, one </a:t>
            </a:r>
            <a:r>
              <a:rPr lang="en-GB" altLang="en-US" dirty="0" err="1"/>
              <a:t>firstName</a:t>
            </a:r>
            <a:r>
              <a:rPr lang="en-GB" altLang="en-US" dirty="0"/>
              <a:t> value, one </a:t>
            </a:r>
            <a:r>
              <a:rPr lang="en-GB" altLang="en-US"/>
              <a:t>lastName</a:t>
            </a:r>
            <a:r>
              <a:rPr lang="en-GB" altLang="en-US" dirty="0"/>
              <a:t> value, one position value, one salary value, and one </a:t>
            </a:r>
            <a:r>
              <a:rPr lang="en-GB" altLang="en-US" dirty="0" err="1"/>
              <a:t>branchNo</a:t>
            </a:r>
            <a:r>
              <a:rPr lang="en-GB" altLang="en-US" dirty="0"/>
              <a:t> value.</a:t>
            </a:r>
          </a:p>
          <a:p>
            <a:pPr>
              <a:lnSpc>
                <a:spcPct val="90000"/>
              </a:lnSpc>
              <a:spcBef>
                <a:spcPts val="1800"/>
              </a:spcBef>
            </a:pPr>
            <a:r>
              <a:rPr lang="en-GB" altLang="en-US" dirty="0"/>
              <a:t>The </a:t>
            </a:r>
            <a:r>
              <a:rPr lang="en-GB" altLang="en-US" dirty="0" err="1"/>
              <a:t>branchNo</a:t>
            </a:r>
            <a:r>
              <a:rPr lang="en-GB" altLang="en-US" dirty="0"/>
              <a:t> identifies the branch where each staff members works, and it is a branch from the Branch relation.</a:t>
            </a:r>
          </a:p>
          <a:p>
            <a:pPr>
              <a:lnSpc>
                <a:spcPct val="90000"/>
              </a:lnSpc>
            </a:pPr>
            <a:endParaRPr lang="en-GB" altLang="en-US" dirty="0"/>
          </a:p>
        </p:txBody>
      </p:sp>
    </p:spTree>
    <p:extLst>
      <p:ext uri="{BB962C8B-B14F-4D97-AF65-F5344CB8AC3E}">
        <p14:creationId xmlns:p14="http://schemas.microsoft.com/office/powerpoint/2010/main" val="227786569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defRPr/>
            </a:pPr>
            <a:r>
              <a:rPr lang="en-GB" altLang="en-US" dirty="0"/>
              <a:t>Bad Relation Examples</a:t>
            </a:r>
          </a:p>
        </p:txBody>
      </p:sp>
      <p:sp>
        <p:nvSpPr>
          <p:cNvPr id="7" name="TextBox 6">
            <a:extLst>
              <a:ext uri="{FF2B5EF4-FFF2-40B4-BE49-F238E27FC236}">
                <a16:creationId xmlns:a16="http://schemas.microsoft.com/office/drawing/2014/main" id="{0280C559-4A05-AA2E-9DA7-5BD21C301B1B}"/>
              </a:ext>
            </a:extLst>
          </p:cNvPr>
          <p:cNvSpPr txBox="1"/>
          <p:nvPr/>
        </p:nvSpPr>
        <p:spPr>
          <a:xfrm>
            <a:off x="762024" y="4810888"/>
            <a:ext cx="15451907" cy="44422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indent="-571500" algn="l">
              <a:spcBef>
                <a:spcPts val="1200"/>
              </a:spcBef>
              <a:buFont typeface="Arial" panose="020B0604020202020204" pitchFamily="34" charset="0"/>
              <a:buChar char="•"/>
            </a:pPr>
            <a:r>
              <a:rPr kumimoji="0" lang="en-GB" sz="3600" b="0" i="0" u="none" strike="noStrike" cap="none" spc="0" normalizeH="0" baseline="0" dirty="0">
                <a:ln>
                  <a:noFill/>
                </a:ln>
                <a:solidFill>
                  <a:schemeClr val="bg1">
                    <a:lumMod val="50000"/>
                  </a:schemeClr>
                </a:solidFill>
                <a:effectLst/>
                <a:uFillTx/>
                <a:latin typeface="+mn-lt"/>
                <a:ea typeface="+mn-ea"/>
                <a:cs typeface="+mn-cs"/>
                <a:sym typeface="Helvetica Neue Light"/>
              </a:rPr>
              <a:t>The key for this relation is </a:t>
            </a:r>
            <a:r>
              <a:rPr kumimoji="0" lang="en-GB" sz="3600" b="0" i="0" u="none" strike="noStrike" cap="none" spc="0" normalizeH="0" baseline="0" dirty="0" err="1">
                <a:ln>
                  <a:noFill/>
                </a:ln>
                <a:solidFill>
                  <a:schemeClr val="bg1">
                    <a:lumMod val="50000"/>
                  </a:schemeClr>
                </a:solidFill>
                <a:effectLst/>
                <a:uFillTx/>
                <a:latin typeface="+mn-lt"/>
                <a:ea typeface="+mn-ea"/>
                <a:cs typeface="+mn-cs"/>
                <a:sym typeface="Helvetica Neue Light"/>
              </a:rPr>
              <a:t>staffNo</a:t>
            </a:r>
            <a:r>
              <a:rPr kumimoji="0" lang="en-GB" sz="3600" b="0" i="0" u="none" strike="noStrike" cap="none" spc="0" normalizeH="0" baseline="0" dirty="0">
                <a:ln>
                  <a:noFill/>
                </a:ln>
                <a:solidFill>
                  <a:schemeClr val="bg1">
                    <a:lumMod val="50000"/>
                  </a:schemeClr>
                </a:solidFill>
                <a:effectLst/>
                <a:uFillTx/>
                <a:latin typeface="+mn-lt"/>
                <a:ea typeface="+mn-ea"/>
                <a:cs typeface="+mn-cs"/>
                <a:sym typeface="Helvetica Neue Light"/>
              </a:rPr>
              <a:t>, which infers that the </a:t>
            </a:r>
            <a:r>
              <a:rPr lang="en-GB" dirty="0">
                <a:solidFill>
                  <a:schemeClr val="bg1">
                    <a:lumMod val="50000"/>
                  </a:schemeClr>
                </a:solidFill>
              </a:rPr>
              <a:t>relation</a:t>
            </a:r>
            <a:r>
              <a:rPr kumimoji="0" lang="en-GB" sz="3600" b="0" i="0" u="none" strike="noStrike" cap="none" spc="0" normalizeH="0" baseline="0" dirty="0">
                <a:ln>
                  <a:noFill/>
                </a:ln>
                <a:solidFill>
                  <a:schemeClr val="bg1">
                    <a:lumMod val="50000"/>
                  </a:schemeClr>
                </a:solidFill>
                <a:effectLst/>
                <a:uFillTx/>
                <a:latin typeface="+mn-lt"/>
                <a:ea typeface="+mn-ea"/>
                <a:cs typeface="+mn-cs"/>
                <a:sym typeface="Helvetica Neue Light"/>
              </a:rPr>
              <a:t> is about staff members – which it is.</a:t>
            </a:r>
          </a:p>
          <a:p>
            <a:pPr marL="571500" indent="-571500" algn="l">
              <a:spcBef>
                <a:spcPts val="1200"/>
              </a:spcBef>
              <a:buFont typeface="Arial" panose="020B0604020202020204" pitchFamily="34" charset="0"/>
              <a:buChar char="•"/>
            </a:pPr>
            <a:r>
              <a:rPr lang="en-GB" dirty="0">
                <a:solidFill>
                  <a:schemeClr val="bg1">
                    <a:lumMod val="50000"/>
                  </a:schemeClr>
                </a:solidFill>
              </a:rPr>
              <a:t>But the relation also contains attributes – </a:t>
            </a:r>
            <a:r>
              <a:rPr lang="en-GB" dirty="0" err="1">
                <a:solidFill>
                  <a:schemeClr val="bg1">
                    <a:lumMod val="50000"/>
                  </a:schemeClr>
                </a:solidFill>
              </a:rPr>
              <a:t>branchAddress</a:t>
            </a:r>
            <a:r>
              <a:rPr lang="en-GB" dirty="0">
                <a:solidFill>
                  <a:schemeClr val="bg1">
                    <a:lumMod val="50000"/>
                  </a:schemeClr>
                </a:solidFill>
              </a:rPr>
              <a:t> </a:t>
            </a:r>
            <a:r>
              <a:rPr lang="en-GB">
                <a:solidFill>
                  <a:schemeClr val="bg1">
                    <a:lumMod val="50000"/>
                  </a:schemeClr>
                </a:solidFill>
              </a:rPr>
              <a:t>(street</a:t>
            </a:r>
            <a:r>
              <a:rPr lang="en-GB" dirty="0">
                <a:solidFill>
                  <a:schemeClr val="bg1">
                    <a:lumMod val="50000"/>
                  </a:schemeClr>
                </a:solidFill>
              </a:rPr>
              <a:t>, city</a:t>
            </a:r>
            <a:r>
              <a:rPr lang="en-GB">
                <a:solidFill>
                  <a:schemeClr val="bg1">
                    <a:lumMod val="50000"/>
                  </a:schemeClr>
                </a:solidFill>
              </a:rPr>
              <a:t>, state</a:t>
            </a:r>
            <a:r>
              <a:rPr lang="en-GB" dirty="0">
                <a:solidFill>
                  <a:schemeClr val="bg1">
                    <a:lumMod val="50000"/>
                  </a:schemeClr>
                </a:solidFill>
              </a:rPr>
              <a:t>, </a:t>
            </a:r>
            <a:r>
              <a:rPr lang="en-GB" dirty="0" err="1">
                <a:solidFill>
                  <a:schemeClr val="bg1">
                    <a:lumMod val="50000"/>
                  </a:schemeClr>
                </a:solidFill>
              </a:rPr>
              <a:t>zipCode</a:t>
            </a:r>
            <a:r>
              <a:rPr lang="en-GB" dirty="0">
                <a:solidFill>
                  <a:schemeClr val="bg1">
                    <a:lumMod val="50000"/>
                  </a:schemeClr>
                </a:solidFill>
              </a:rPr>
              <a:t>) and </a:t>
            </a:r>
            <a:r>
              <a:rPr lang="en-GB" dirty="0" err="1">
                <a:solidFill>
                  <a:schemeClr val="bg1">
                    <a:lumMod val="50000"/>
                  </a:schemeClr>
                </a:solidFill>
              </a:rPr>
              <a:t>telNo</a:t>
            </a:r>
            <a:r>
              <a:rPr lang="en-GB" dirty="0">
                <a:solidFill>
                  <a:schemeClr val="bg1">
                    <a:lumMod val="50000"/>
                  </a:schemeClr>
                </a:solidFill>
              </a:rPr>
              <a:t> – that are not about Staff but about the branch where the staff is located!</a:t>
            </a:r>
          </a:p>
          <a:p>
            <a:pPr marL="571500" indent="-571500" algn="l">
              <a:spcBef>
                <a:spcPts val="1200"/>
              </a:spcBef>
              <a:buFont typeface="Arial" panose="020B0604020202020204" pitchFamily="34" charset="0"/>
              <a:buChar char="•"/>
            </a:pPr>
            <a:r>
              <a:rPr lang="en-GB" dirty="0">
                <a:solidFill>
                  <a:schemeClr val="bg1">
                    <a:lumMod val="50000"/>
                  </a:schemeClr>
                </a:solidFill>
              </a:rPr>
              <a:t>So, this relation is </a:t>
            </a:r>
            <a:r>
              <a:rPr lang="en-GB" i="1" dirty="0">
                <a:solidFill>
                  <a:schemeClr val="bg1">
                    <a:lumMod val="50000"/>
                  </a:schemeClr>
                </a:solidFill>
              </a:rPr>
              <a:t>bad</a:t>
            </a:r>
            <a:r>
              <a:rPr lang="en-GB" dirty="0">
                <a:solidFill>
                  <a:schemeClr val="bg1">
                    <a:lumMod val="50000"/>
                  </a:schemeClr>
                </a:solidFill>
              </a:rPr>
              <a:t> and it needs to be converted into 2 relations as in the previous 2 slides.</a:t>
            </a:r>
          </a:p>
        </p:txBody>
      </p:sp>
      <p:pic>
        <p:nvPicPr>
          <p:cNvPr id="8" name="Picture 7">
            <a:extLst>
              <a:ext uri="{FF2B5EF4-FFF2-40B4-BE49-F238E27FC236}">
                <a16:creationId xmlns:a16="http://schemas.microsoft.com/office/drawing/2014/main" id="{8E75A982-1563-EC7A-6137-3D51AC8D4C3E}"/>
              </a:ext>
            </a:extLst>
          </p:cNvPr>
          <p:cNvPicPr>
            <a:picLocks noChangeAspect="1"/>
          </p:cNvPicPr>
          <p:nvPr/>
        </p:nvPicPr>
        <p:blipFill>
          <a:blip r:embed="rId2"/>
          <a:stretch>
            <a:fillRect/>
          </a:stretch>
        </p:blipFill>
        <p:spPr>
          <a:xfrm>
            <a:off x="3793331" y="2133600"/>
            <a:ext cx="8239185" cy="2600344"/>
          </a:xfrm>
          <a:prstGeom prst="rect">
            <a:avLst/>
          </a:prstGeom>
          <a:ln w="38100">
            <a:solidFill>
              <a:schemeClr val="accent1"/>
            </a:solidFill>
          </a:ln>
        </p:spPr>
      </p:pic>
    </p:spTree>
    <p:extLst>
      <p:ext uri="{BB962C8B-B14F-4D97-AF65-F5344CB8AC3E}">
        <p14:creationId xmlns:p14="http://schemas.microsoft.com/office/powerpoint/2010/main" val="350364268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848F340-BC1F-7B45-5196-4605122BFEC6}"/>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DF27C744-1F2F-2244-D296-75E17F0A7E27}"/>
              </a:ext>
            </a:extLst>
          </p:cNvPr>
          <p:cNvSpPr>
            <a:spLocks noGrp="1" noChangeArrowheads="1"/>
          </p:cNvSpPr>
          <p:nvPr>
            <p:ph type="title"/>
          </p:nvPr>
        </p:nvSpPr>
        <p:spPr/>
        <p:txBody>
          <a:bodyPr/>
          <a:lstStyle/>
          <a:p>
            <a:pPr>
              <a:defRPr/>
            </a:pPr>
            <a:r>
              <a:rPr lang="en-GB" altLang="en-US" dirty="0"/>
              <a:t>Bad Relation Examples</a:t>
            </a:r>
          </a:p>
        </p:txBody>
      </p:sp>
      <p:sp>
        <p:nvSpPr>
          <p:cNvPr id="7" name="TextBox 6">
            <a:extLst>
              <a:ext uri="{FF2B5EF4-FFF2-40B4-BE49-F238E27FC236}">
                <a16:creationId xmlns:a16="http://schemas.microsoft.com/office/drawing/2014/main" id="{1BC7B984-5A4F-7AEB-7656-0131ABE24716}"/>
              </a:ext>
            </a:extLst>
          </p:cNvPr>
          <p:cNvSpPr txBox="1"/>
          <p:nvPr/>
        </p:nvSpPr>
        <p:spPr>
          <a:xfrm>
            <a:off x="762024" y="4697403"/>
            <a:ext cx="15451907" cy="47192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indent="-571500" algn="l">
              <a:spcBef>
                <a:spcPts val="1200"/>
              </a:spcBef>
              <a:buFont typeface="Arial" panose="020B0604020202020204" pitchFamily="34" charset="0"/>
              <a:buChar char="•"/>
            </a:pPr>
            <a:r>
              <a:rPr kumimoji="0" lang="en-GB" sz="3200" b="0" i="0" u="none" strike="noStrike" cap="none" spc="0" normalizeH="0" baseline="0" dirty="0">
                <a:ln>
                  <a:noFill/>
                </a:ln>
                <a:solidFill>
                  <a:schemeClr val="bg1">
                    <a:lumMod val="50000"/>
                  </a:schemeClr>
                </a:solidFill>
                <a:effectLst/>
                <a:uFillTx/>
                <a:latin typeface="+mn-lt"/>
                <a:ea typeface="+mn-ea"/>
                <a:cs typeface="+mn-cs"/>
                <a:sym typeface="Helvetica Neue Light"/>
              </a:rPr>
              <a:t>The key for this </a:t>
            </a:r>
            <a:r>
              <a:rPr lang="en-GB" sz="3200" dirty="0">
                <a:solidFill>
                  <a:schemeClr val="bg1">
                    <a:lumMod val="50000"/>
                  </a:schemeClr>
                </a:solidFill>
              </a:rPr>
              <a:t>relation</a:t>
            </a:r>
            <a:r>
              <a:rPr kumimoji="0" lang="en-GB" sz="3200" b="0" i="0" u="none" strike="noStrike" cap="none" spc="0" normalizeH="0" baseline="0" dirty="0">
                <a:ln>
                  <a:noFill/>
                </a:ln>
                <a:solidFill>
                  <a:schemeClr val="bg1">
                    <a:lumMod val="50000"/>
                  </a:schemeClr>
                </a:solidFill>
                <a:effectLst/>
                <a:uFillTx/>
                <a:latin typeface="+mn-lt"/>
                <a:ea typeface="+mn-ea"/>
                <a:cs typeface="+mn-cs"/>
                <a:sym typeface="Helvetica Neue Light"/>
              </a:rPr>
              <a:t> is </a:t>
            </a:r>
            <a:r>
              <a:rPr kumimoji="0" lang="en-GB" sz="3200" b="0" i="0" u="none" strike="noStrike" cap="none" spc="0" normalizeH="0" baseline="0" dirty="0" err="1">
                <a:ln>
                  <a:noFill/>
                </a:ln>
                <a:solidFill>
                  <a:schemeClr val="bg1">
                    <a:lumMod val="50000"/>
                  </a:schemeClr>
                </a:solidFill>
                <a:effectLst/>
                <a:uFillTx/>
                <a:latin typeface="+mn-lt"/>
                <a:ea typeface="+mn-ea"/>
                <a:cs typeface="+mn-cs"/>
                <a:sym typeface="Helvetica Neue Light"/>
              </a:rPr>
              <a:t>employeeId</a:t>
            </a:r>
            <a:r>
              <a:rPr kumimoji="0" lang="en-GB" sz="3200" b="0" i="0" u="none" strike="noStrike" cap="none" spc="0" normalizeH="0" baseline="0" dirty="0">
                <a:ln>
                  <a:noFill/>
                </a:ln>
                <a:solidFill>
                  <a:schemeClr val="bg1">
                    <a:lumMod val="50000"/>
                  </a:schemeClr>
                </a:solidFill>
                <a:effectLst/>
                <a:uFillTx/>
                <a:latin typeface="+mn-lt"/>
                <a:ea typeface="+mn-ea"/>
                <a:cs typeface="+mn-cs"/>
                <a:sym typeface="Helvetica Neue Light"/>
              </a:rPr>
              <a:t>, </a:t>
            </a:r>
            <a:r>
              <a:rPr kumimoji="0" lang="en-GB" sz="3200" b="0" i="0" u="none" strike="noStrike" cap="none" spc="0" normalizeH="0" baseline="0" dirty="0" err="1">
                <a:ln>
                  <a:noFill/>
                </a:ln>
                <a:solidFill>
                  <a:schemeClr val="bg1">
                    <a:lumMod val="50000"/>
                  </a:schemeClr>
                </a:solidFill>
                <a:effectLst/>
                <a:uFillTx/>
                <a:latin typeface="+mn-lt"/>
                <a:ea typeface="+mn-ea"/>
                <a:cs typeface="+mn-cs"/>
                <a:sym typeface="Helvetica Neue Light"/>
              </a:rPr>
              <a:t>jobCode</a:t>
            </a:r>
            <a:r>
              <a:rPr kumimoji="0" lang="en-GB" sz="3200" b="0" i="0" u="none" strike="noStrike" cap="none" spc="0" normalizeH="0" baseline="0" dirty="0">
                <a:ln>
                  <a:noFill/>
                </a:ln>
                <a:solidFill>
                  <a:schemeClr val="bg1">
                    <a:lumMod val="50000"/>
                  </a:schemeClr>
                </a:solidFill>
                <a:effectLst/>
                <a:uFillTx/>
                <a:latin typeface="+mn-lt"/>
                <a:ea typeface="+mn-ea"/>
                <a:cs typeface="+mn-cs"/>
                <a:sym typeface="Helvetica Neue Light"/>
              </a:rPr>
              <a:t>, which infers that the </a:t>
            </a:r>
            <a:r>
              <a:rPr lang="en-GB" sz="3200" dirty="0">
                <a:solidFill>
                  <a:schemeClr val="bg1">
                    <a:lumMod val="50000"/>
                  </a:schemeClr>
                </a:solidFill>
              </a:rPr>
              <a:t>relation</a:t>
            </a:r>
            <a:r>
              <a:rPr kumimoji="0" lang="en-GB" sz="3200" b="0" i="0" u="none" strike="noStrike" cap="none" spc="0" normalizeH="0" baseline="0" dirty="0">
                <a:ln>
                  <a:noFill/>
                </a:ln>
                <a:solidFill>
                  <a:schemeClr val="bg1">
                    <a:lumMod val="50000"/>
                  </a:schemeClr>
                </a:solidFill>
                <a:effectLst/>
                <a:uFillTx/>
                <a:latin typeface="+mn-lt"/>
                <a:ea typeface="+mn-ea"/>
                <a:cs typeface="+mn-cs"/>
                <a:sym typeface="Helvetica Neue Light"/>
              </a:rPr>
              <a:t> is about employees and the work they do – which it is.</a:t>
            </a:r>
          </a:p>
          <a:p>
            <a:pPr marL="571500" indent="-571500" algn="l">
              <a:spcBef>
                <a:spcPts val="1200"/>
              </a:spcBef>
              <a:buFont typeface="Arial" panose="020B0604020202020204" pitchFamily="34" charset="0"/>
              <a:buChar char="•"/>
            </a:pPr>
            <a:r>
              <a:rPr lang="en-GB" sz="3200" dirty="0">
                <a:solidFill>
                  <a:schemeClr val="bg1">
                    <a:lumMod val="50000"/>
                  </a:schemeClr>
                </a:solidFill>
              </a:rPr>
              <a:t>But the relation also contains attributes – </a:t>
            </a:r>
            <a:r>
              <a:rPr lang="en-GB" sz="3200" dirty="0" err="1">
                <a:solidFill>
                  <a:schemeClr val="bg1">
                    <a:lumMod val="50000"/>
                  </a:schemeClr>
                </a:solidFill>
              </a:rPr>
              <a:t>firstName</a:t>
            </a:r>
            <a:r>
              <a:rPr lang="en-GB" sz="3200" dirty="0">
                <a:solidFill>
                  <a:schemeClr val="bg1">
                    <a:lumMod val="50000"/>
                  </a:schemeClr>
                </a:solidFill>
              </a:rPr>
              <a:t>, </a:t>
            </a:r>
            <a:r>
              <a:rPr lang="en-GB" sz="3200" dirty="0" err="1">
                <a:solidFill>
                  <a:schemeClr val="bg1">
                    <a:lumMod val="50000"/>
                  </a:schemeClr>
                </a:solidFill>
              </a:rPr>
              <a:t>lastName</a:t>
            </a:r>
            <a:r>
              <a:rPr lang="en-GB" sz="3200" dirty="0">
                <a:solidFill>
                  <a:schemeClr val="bg1">
                    <a:lumMod val="50000"/>
                  </a:schemeClr>
                </a:solidFill>
              </a:rPr>
              <a:t>, </a:t>
            </a:r>
            <a:r>
              <a:rPr lang="en-GB" sz="3200" dirty="0" err="1">
                <a:solidFill>
                  <a:schemeClr val="bg1">
                    <a:lumMod val="50000"/>
                  </a:schemeClr>
                </a:solidFill>
              </a:rPr>
              <a:t>stateCode</a:t>
            </a:r>
            <a:r>
              <a:rPr lang="en-GB" sz="3200" dirty="0">
                <a:solidFill>
                  <a:schemeClr val="bg1">
                    <a:lumMod val="50000"/>
                  </a:schemeClr>
                </a:solidFill>
              </a:rPr>
              <a:t>, and state, which are about employees only and each time an employee is assigned a job, those values are replicated!</a:t>
            </a:r>
          </a:p>
          <a:p>
            <a:pPr marL="571500" indent="-571500" algn="l">
              <a:spcBef>
                <a:spcPts val="1200"/>
              </a:spcBef>
              <a:buFont typeface="Arial" panose="020B0604020202020204" pitchFamily="34" charset="0"/>
              <a:buChar char="•"/>
            </a:pPr>
            <a:r>
              <a:rPr lang="en-GB" sz="3200" dirty="0">
                <a:solidFill>
                  <a:schemeClr val="bg1">
                    <a:lumMod val="50000"/>
                  </a:schemeClr>
                </a:solidFill>
              </a:rPr>
              <a:t>Likewise, the relation also contains an attribute – job, which is about job assigned only and each time a job is assigned to an employee, this value is replicated also!</a:t>
            </a:r>
          </a:p>
          <a:p>
            <a:pPr marL="571500" indent="-571500" algn="l">
              <a:spcBef>
                <a:spcPts val="1200"/>
              </a:spcBef>
              <a:buFont typeface="Arial" panose="020B0604020202020204" pitchFamily="34" charset="0"/>
              <a:buChar char="•"/>
            </a:pPr>
            <a:r>
              <a:rPr lang="en-GB" sz="3200" dirty="0">
                <a:solidFill>
                  <a:schemeClr val="bg1">
                    <a:lumMod val="50000"/>
                  </a:schemeClr>
                </a:solidFill>
              </a:rPr>
              <a:t>So, this relation is </a:t>
            </a:r>
            <a:r>
              <a:rPr lang="en-GB" sz="3200" i="1" dirty="0">
                <a:solidFill>
                  <a:schemeClr val="bg1">
                    <a:lumMod val="50000"/>
                  </a:schemeClr>
                </a:solidFill>
              </a:rPr>
              <a:t>bad</a:t>
            </a:r>
            <a:r>
              <a:rPr lang="en-GB" sz="3200" dirty="0">
                <a:solidFill>
                  <a:schemeClr val="bg1">
                    <a:lumMod val="50000"/>
                  </a:schemeClr>
                </a:solidFill>
              </a:rPr>
              <a:t> and it needs to be transformed.</a:t>
            </a:r>
            <a:endParaRPr kumimoji="0" lang="en-IE" sz="3200" b="1" i="0" u="none" strike="noStrike" cap="none" spc="0" normalizeH="0" baseline="0" dirty="0">
              <a:ln>
                <a:noFill/>
              </a:ln>
              <a:solidFill>
                <a:schemeClr val="bg1">
                  <a:lumMod val="50000"/>
                </a:schemeClr>
              </a:solidFill>
              <a:effectLst/>
              <a:uFillTx/>
              <a:latin typeface="+mn-lt"/>
              <a:ea typeface="+mn-ea"/>
              <a:cs typeface="+mn-cs"/>
              <a:sym typeface="Helvetica Neue Light"/>
            </a:endParaRPr>
          </a:p>
        </p:txBody>
      </p:sp>
      <p:pic>
        <p:nvPicPr>
          <p:cNvPr id="3" name="Picture 2">
            <a:extLst>
              <a:ext uri="{FF2B5EF4-FFF2-40B4-BE49-F238E27FC236}">
                <a16:creationId xmlns:a16="http://schemas.microsoft.com/office/drawing/2014/main" id="{CEB195CA-978F-5203-9052-3FED52897631}"/>
              </a:ext>
            </a:extLst>
          </p:cNvPr>
          <p:cNvPicPr>
            <a:picLocks noChangeAspect="1"/>
          </p:cNvPicPr>
          <p:nvPr/>
        </p:nvPicPr>
        <p:blipFill>
          <a:blip r:embed="rId2"/>
          <a:stretch>
            <a:fillRect/>
          </a:stretch>
        </p:blipFill>
        <p:spPr>
          <a:xfrm>
            <a:off x="5739095" y="2157474"/>
            <a:ext cx="5497763" cy="2700276"/>
          </a:xfrm>
          <a:prstGeom prst="rect">
            <a:avLst/>
          </a:prstGeom>
          <a:ln w="38100">
            <a:solidFill>
              <a:schemeClr val="accent1"/>
            </a:solidFill>
          </a:ln>
        </p:spPr>
      </p:pic>
    </p:spTree>
    <p:extLst>
      <p:ext uri="{BB962C8B-B14F-4D97-AF65-F5344CB8AC3E}">
        <p14:creationId xmlns:p14="http://schemas.microsoft.com/office/powerpoint/2010/main" val="13559981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0A1D132-985A-FB94-2D74-A3CD1339BAC4}"/>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8B70AE36-26D4-52A9-2533-5C6FB6F8C462}"/>
              </a:ext>
            </a:extLst>
          </p:cNvPr>
          <p:cNvSpPr>
            <a:spLocks noGrp="1" noChangeArrowheads="1"/>
          </p:cNvSpPr>
          <p:nvPr>
            <p:ph type="title"/>
          </p:nvPr>
        </p:nvSpPr>
        <p:spPr/>
        <p:txBody>
          <a:bodyPr/>
          <a:lstStyle/>
          <a:p>
            <a:pPr>
              <a:defRPr/>
            </a:pPr>
            <a:r>
              <a:rPr lang="en-GB" altLang="en-US" dirty="0"/>
              <a:t>Bad Relation Examples</a:t>
            </a:r>
          </a:p>
        </p:txBody>
      </p:sp>
      <p:sp>
        <p:nvSpPr>
          <p:cNvPr id="7" name="TextBox 6">
            <a:extLst>
              <a:ext uri="{FF2B5EF4-FFF2-40B4-BE49-F238E27FC236}">
                <a16:creationId xmlns:a16="http://schemas.microsoft.com/office/drawing/2014/main" id="{076FDB82-AAF8-5901-8A6B-74C612557C6F}"/>
              </a:ext>
            </a:extLst>
          </p:cNvPr>
          <p:cNvSpPr txBox="1"/>
          <p:nvPr/>
        </p:nvSpPr>
        <p:spPr>
          <a:xfrm>
            <a:off x="762024" y="4733944"/>
            <a:ext cx="15451907" cy="45961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indent="-571500" algn="l">
              <a:spcBef>
                <a:spcPts val="1200"/>
              </a:spcBef>
              <a:buFont typeface="Arial" panose="020B0604020202020204" pitchFamily="34" charset="0"/>
              <a:buChar char="•"/>
            </a:pPr>
            <a:r>
              <a:rPr kumimoji="0" lang="en-GB" sz="3600" b="0" i="0" u="none" strike="noStrike" cap="none" spc="0" normalizeH="0" baseline="0" dirty="0">
                <a:ln>
                  <a:noFill/>
                </a:ln>
                <a:solidFill>
                  <a:schemeClr val="bg1">
                    <a:lumMod val="50000"/>
                  </a:schemeClr>
                </a:solidFill>
                <a:effectLst/>
                <a:uFillTx/>
                <a:latin typeface="+mn-lt"/>
                <a:ea typeface="+mn-ea"/>
                <a:cs typeface="+mn-cs"/>
                <a:sym typeface="Helvetica Neue Light"/>
              </a:rPr>
              <a:t>The key for this </a:t>
            </a:r>
            <a:r>
              <a:rPr lang="en-GB" dirty="0">
                <a:solidFill>
                  <a:schemeClr val="bg1">
                    <a:lumMod val="50000"/>
                  </a:schemeClr>
                </a:solidFill>
              </a:rPr>
              <a:t>relation</a:t>
            </a:r>
            <a:r>
              <a:rPr kumimoji="0" lang="en-GB" sz="3600" b="0" i="0" u="none" strike="noStrike" cap="none" spc="0" normalizeH="0" baseline="0" dirty="0">
                <a:ln>
                  <a:noFill/>
                </a:ln>
                <a:solidFill>
                  <a:schemeClr val="bg1">
                    <a:lumMod val="50000"/>
                  </a:schemeClr>
                </a:solidFill>
                <a:effectLst/>
                <a:uFillTx/>
                <a:latin typeface="+mn-lt"/>
                <a:ea typeface="+mn-ea"/>
                <a:cs typeface="+mn-cs"/>
                <a:sym typeface="Helvetica Neue Light"/>
              </a:rPr>
              <a:t> is </a:t>
            </a:r>
            <a:r>
              <a:rPr kumimoji="0" lang="en-GB" sz="3600" b="0" i="0" u="none" strike="noStrike" cap="none" spc="0" normalizeH="0" baseline="0" dirty="0" err="1">
                <a:ln>
                  <a:noFill/>
                </a:ln>
                <a:solidFill>
                  <a:schemeClr val="bg1">
                    <a:lumMod val="50000"/>
                  </a:schemeClr>
                </a:solidFill>
                <a:effectLst/>
                <a:uFillTx/>
                <a:latin typeface="+mn-lt"/>
                <a:ea typeface="+mn-ea"/>
                <a:cs typeface="+mn-cs"/>
                <a:sym typeface="Helvetica Neue Light"/>
              </a:rPr>
              <a:t>StudentId</a:t>
            </a:r>
            <a:r>
              <a:rPr kumimoji="0" lang="en-GB" sz="3600" b="0" i="0" u="none" strike="noStrike" cap="none" spc="0" normalizeH="0" baseline="0" dirty="0">
                <a:ln>
                  <a:noFill/>
                </a:ln>
                <a:solidFill>
                  <a:schemeClr val="bg1">
                    <a:lumMod val="50000"/>
                  </a:schemeClr>
                </a:solidFill>
                <a:effectLst/>
                <a:uFillTx/>
                <a:latin typeface="+mn-lt"/>
                <a:ea typeface="+mn-ea"/>
                <a:cs typeface="+mn-cs"/>
                <a:sym typeface="Helvetica Neue Light"/>
              </a:rPr>
              <a:t>, which infers that the </a:t>
            </a:r>
            <a:r>
              <a:rPr lang="en-GB" dirty="0">
                <a:solidFill>
                  <a:schemeClr val="bg1">
                    <a:lumMod val="50000"/>
                  </a:schemeClr>
                </a:solidFill>
              </a:rPr>
              <a:t>relation</a:t>
            </a:r>
            <a:r>
              <a:rPr kumimoji="0" lang="en-GB" sz="3600" b="0" i="0" u="none" strike="noStrike" cap="none" spc="0" normalizeH="0" baseline="0" dirty="0">
                <a:ln>
                  <a:noFill/>
                </a:ln>
                <a:solidFill>
                  <a:schemeClr val="bg1">
                    <a:lumMod val="50000"/>
                  </a:schemeClr>
                </a:solidFill>
                <a:effectLst/>
                <a:uFillTx/>
                <a:latin typeface="+mn-lt"/>
                <a:ea typeface="+mn-ea"/>
                <a:cs typeface="+mn-cs"/>
                <a:sym typeface="Helvetica Neue Light"/>
              </a:rPr>
              <a:t> is about Students – which it is.</a:t>
            </a:r>
          </a:p>
          <a:p>
            <a:pPr marL="571500" indent="-571500" algn="l">
              <a:spcBef>
                <a:spcPts val="1200"/>
              </a:spcBef>
              <a:buFont typeface="Arial" panose="020B0604020202020204" pitchFamily="34" charset="0"/>
              <a:buChar char="•"/>
            </a:pPr>
            <a:r>
              <a:rPr lang="en-GB" dirty="0">
                <a:solidFill>
                  <a:schemeClr val="bg1">
                    <a:lumMod val="50000"/>
                  </a:schemeClr>
                </a:solidFill>
              </a:rPr>
              <a:t>But the relation does not conform to one of the rules for relations (Each cell of relation contains exactly one atomic (single) value) as the module and GPA columns hold multiple values instead of one single value.</a:t>
            </a:r>
          </a:p>
          <a:p>
            <a:pPr marL="571500" indent="-571500" algn="l">
              <a:spcBef>
                <a:spcPts val="1200"/>
              </a:spcBef>
              <a:buFont typeface="Arial" panose="020B0604020202020204" pitchFamily="34" charset="0"/>
              <a:buChar char="•"/>
            </a:pPr>
            <a:r>
              <a:rPr lang="en-GB" dirty="0">
                <a:solidFill>
                  <a:schemeClr val="bg1">
                    <a:lumMod val="50000"/>
                  </a:schemeClr>
                </a:solidFill>
              </a:rPr>
              <a:t>So, this relation is </a:t>
            </a:r>
            <a:r>
              <a:rPr lang="en-GB" i="1" dirty="0">
                <a:solidFill>
                  <a:schemeClr val="bg1">
                    <a:lumMod val="50000"/>
                  </a:schemeClr>
                </a:solidFill>
              </a:rPr>
              <a:t>bad</a:t>
            </a:r>
            <a:r>
              <a:rPr lang="en-GB" dirty="0">
                <a:solidFill>
                  <a:schemeClr val="bg1">
                    <a:lumMod val="50000"/>
                  </a:schemeClr>
                </a:solidFill>
              </a:rPr>
              <a:t> and it needs to be transformed.</a:t>
            </a:r>
          </a:p>
          <a:p>
            <a:pPr marL="571500" indent="-571500" algn="l">
              <a:spcBef>
                <a:spcPts val="1200"/>
              </a:spcBef>
              <a:buFont typeface="Arial" panose="020B0604020202020204" pitchFamily="34" charset="0"/>
              <a:buChar char="•"/>
            </a:pPr>
            <a:r>
              <a:rPr lang="en-GB" b="1" dirty="0">
                <a:solidFill>
                  <a:schemeClr val="bg1">
                    <a:lumMod val="50000"/>
                  </a:schemeClr>
                </a:solidFill>
              </a:rPr>
              <a:t>Note: If we design our relations properly, they are normally pretty </a:t>
            </a:r>
            <a:r>
              <a:rPr lang="en-GB" b="1" i="1" dirty="0">
                <a:solidFill>
                  <a:schemeClr val="bg1">
                    <a:lumMod val="50000"/>
                  </a:schemeClr>
                </a:solidFill>
              </a:rPr>
              <a:t>good</a:t>
            </a:r>
            <a:r>
              <a:rPr lang="en-GB" b="1" dirty="0">
                <a:solidFill>
                  <a:schemeClr val="bg1">
                    <a:lumMod val="50000"/>
                  </a:schemeClr>
                </a:solidFill>
              </a:rPr>
              <a:t>.</a:t>
            </a:r>
            <a:endParaRPr lang="en-IE" b="1" dirty="0">
              <a:solidFill>
                <a:schemeClr val="bg1">
                  <a:lumMod val="50000"/>
                </a:schemeClr>
              </a:solidFill>
            </a:endParaRPr>
          </a:p>
        </p:txBody>
      </p:sp>
      <p:pic>
        <p:nvPicPr>
          <p:cNvPr id="3" name="Picture 2">
            <a:extLst>
              <a:ext uri="{FF2B5EF4-FFF2-40B4-BE49-F238E27FC236}">
                <a16:creationId xmlns:a16="http://schemas.microsoft.com/office/drawing/2014/main" id="{7E745108-BBD5-6E79-3B01-FFF26DC5E7B3}"/>
              </a:ext>
            </a:extLst>
          </p:cNvPr>
          <p:cNvPicPr>
            <a:picLocks noChangeAspect="1"/>
          </p:cNvPicPr>
          <p:nvPr/>
        </p:nvPicPr>
        <p:blipFill>
          <a:blip r:embed="rId2"/>
          <a:stretch>
            <a:fillRect/>
          </a:stretch>
        </p:blipFill>
        <p:spPr>
          <a:xfrm>
            <a:off x="4402931" y="2263527"/>
            <a:ext cx="7441126" cy="2438400"/>
          </a:xfrm>
          <a:prstGeom prst="rect">
            <a:avLst/>
          </a:prstGeom>
          <a:ln w="38100">
            <a:solidFill>
              <a:schemeClr val="accent1"/>
            </a:solidFill>
          </a:ln>
        </p:spPr>
      </p:pic>
    </p:spTree>
    <p:extLst>
      <p:ext uri="{BB962C8B-B14F-4D97-AF65-F5344CB8AC3E}">
        <p14:creationId xmlns:p14="http://schemas.microsoft.com/office/powerpoint/2010/main" val="312503864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1FD8A-FF0F-1957-2C1A-EB0DC036F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DEDD0-D8A6-C77F-E43C-92B8A8C2E02C}"/>
              </a:ext>
            </a:extLst>
          </p:cNvPr>
          <p:cNvSpPr>
            <a:spLocks noGrp="1"/>
          </p:cNvSpPr>
          <p:nvPr>
            <p:ph type="title"/>
          </p:nvPr>
        </p:nvSpPr>
        <p:spPr/>
        <p:txBody>
          <a:bodyPr/>
          <a:lstStyle/>
          <a:p>
            <a:r>
              <a:rPr lang="en-US" dirty="0"/>
              <a:t>Topics List</a:t>
            </a:r>
          </a:p>
        </p:txBody>
      </p:sp>
      <p:sp>
        <p:nvSpPr>
          <p:cNvPr id="3" name="Text Placeholder 2">
            <a:extLst>
              <a:ext uri="{FF2B5EF4-FFF2-40B4-BE49-F238E27FC236}">
                <a16:creationId xmlns:a16="http://schemas.microsoft.com/office/drawing/2014/main" id="{CDEA3E08-1AEE-1A80-0D7B-9C9487566551}"/>
              </a:ext>
            </a:extLst>
          </p:cNvPr>
          <p:cNvSpPr>
            <a:spLocks noGrp="1"/>
          </p:cNvSpPr>
          <p:nvPr>
            <p:ph type="body" idx="1"/>
          </p:nvPr>
        </p:nvSpPr>
        <p:spPr/>
        <p:txBody>
          <a:bodyPr/>
          <a:lstStyle/>
          <a:p>
            <a:r>
              <a:rPr lang="en-GB" altLang="en-US" dirty="0">
                <a:solidFill>
                  <a:schemeClr val="bg1">
                    <a:lumMod val="50000"/>
                  </a:schemeClr>
                </a:solidFill>
              </a:rPr>
              <a:t>Good Relations versus Bad Relations</a:t>
            </a:r>
          </a:p>
          <a:p>
            <a:r>
              <a:rPr lang="en-GB" altLang="en-US" dirty="0">
                <a:solidFill>
                  <a:srgbClr val="00B050"/>
                </a:solidFill>
              </a:rPr>
              <a:t>What’s so Bad about a Bad Relation?</a:t>
            </a:r>
          </a:p>
          <a:p>
            <a:r>
              <a:rPr lang="en-GB" altLang="en-US" dirty="0">
                <a:solidFill>
                  <a:schemeClr val="bg1">
                    <a:lumMod val="50000"/>
                  </a:schemeClr>
                </a:solidFill>
              </a:rPr>
              <a:t>How do we get a Good Relation?</a:t>
            </a:r>
          </a:p>
        </p:txBody>
      </p:sp>
      <p:sp>
        <p:nvSpPr>
          <p:cNvPr id="5" name="Rectangle 4">
            <a:extLst>
              <a:ext uri="{FF2B5EF4-FFF2-40B4-BE49-F238E27FC236}">
                <a16:creationId xmlns:a16="http://schemas.microsoft.com/office/drawing/2014/main" id="{CF92FE17-FD96-DC3A-DE51-7CCF4D54A423}"/>
              </a:ext>
            </a:extLst>
          </p:cNvPr>
          <p:cNvSpPr/>
          <p:nvPr/>
        </p:nvSpPr>
        <p:spPr>
          <a:xfrm>
            <a:off x="2650331" y="2262505"/>
            <a:ext cx="7239000"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endParaRPr lang="en-US">
              <a:solidFill>
                <a:srgbClr val="FFFFFF"/>
              </a:solidFill>
            </a:endParaRPr>
          </a:p>
        </p:txBody>
      </p:sp>
    </p:spTree>
    <p:extLst>
      <p:ext uri="{BB962C8B-B14F-4D97-AF65-F5344CB8AC3E}">
        <p14:creationId xmlns:p14="http://schemas.microsoft.com/office/powerpoint/2010/main" val="37213646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6EBD-6DE7-6B8B-EECB-BDAD8938D5F1}"/>
              </a:ext>
            </a:extLst>
          </p:cNvPr>
          <p:cNvSpPr>
            <a:spLocks noGrp="1"/>
          </p:cNvSpPr>
          <p:nvPr>
            <p:ph type="title"/>
          </p:nvPr>
        </p:nvSpPr>
        <p:spPr/>
        <p:txBody>
          <a:bodyPr/>
          <a:lstStyle/>
          <a:p>
            <a:r>
              <a:rPr lang="en-GB" altLang="en-US" dirty="0">
                <a:solidFill>
                  <a:schemeClr val="tx1">
                    <a:lumMod val="85000"/>
                    <a:lumOff val="15000"/>
                  </a:schemeClr>
                </a:solidFill>
              </a:rPr>
              <a:t>What’s so Bad about a Bad Relation?</a:t>
            </a:r>
            <a:endParaRPr lang="en-IE"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CC1237EF-A683-0375-7203-E839DD2D4EBC}"/>
              </a:ext>
            </a:extLst>
          </p:cNvPr>
          <p:cNvSpPr>
            <a:spLocks noGrp="1"/>
          </p:cNvSpPr>
          <p:nvPr>
            <p:ph idx="1"/>
          </p:nvPr>
        </p:nvSpPr>
        <p:spPr>
          <a:xfrm>
            <a:off x="762024" y="4953000"/>
            <a:ext cx="15816216" cy="3937000"/>
          </a:xfrm>
        </p:spPr>
        <p:txBody>
          <a:bodyPr>
            <a:normAutofit lnSpcReduction="10000"/>
          </a:bodyPr>
          <a:lstStyle/>
          <a:p>
            <a:pPr marL="571500" indent="-571500" hangingPunct="0">
              <a:spcBef>
                <a:spcPts val="1200"/>
              </a:spcBef>
              <a:buSzTx/>
              <a:buFont typeface="Arial" panose="020B0604020202020204" pitchFamily="34" charset="0"/>
              <a:buChar char="•"/>
            </a:pPr>
            <a:r>
              <a:rPr lang="en-GB" dirty="0">
                <a:solidFill>
                  <a:schemeClr val="bg1">
                    <a:lumMod val="50000"/>
                  </a:schemeClr>
                </a:solidFill>
              </a:rPr>
              <a:t>We have already established that this relation is bad. So, what is so bad about a bad relation?</a:t>
            </a: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We will examine the reasons under the following three anomalies:</a:t>
            </a:r>
          </a:p>
          <a:p>
            <a:pPr lvl="1">
              <a:spcBef>
                <a:spcPts val="1200"/>
              </a:spcBef>
            </a:pPr>
            <a:r>
              <a:rPr lang="en-IE" dirty="0"/>
              <a:t>Insert</a:t>
            </a:r>
          </a:p>
          <a:p>
            <a:pPr lvl="1">
              <a:spcBef>
                <a:spcPts val="1200"/>
              </a:spcBef>
            </a:pPr>
            <a:r>
              <a:rPr lang="en-IE" dirty="0"/>
              <a:t>Update</a:t>
            </a:r>
          </a:p>
          <a:p>
            <a:pPr lvl="1">
              <a:spcBef>
                <a:spcPts val="1200"/>
              </a:spcBef>
            </a:pPr>
            <a:r>
              <a:rPr lang="en-IE" dirty="0"/>
              <a:t>Delete</a:t>
            </a:r>
          </a:p>
        </p:txBody>
      </p:sp>
      <p:pic>
        <p:nvPicPr>
          <p:cNvPr id="4" name="Picture 3">
            <a:extLst>
              <a:ext uri="{FF2B5EF4-FFF2-40B4-BE49-F238E27FC236}">
                <a16:creationId xmlns:a16="http://schemas.microsoft.com/office/drawing/2014/main" id="{260D9C9C-32C9-05FE-3991-8F1E31D6FBFC}"/>
              </a:ext>
            </a:extLst>
          </p:cNvPr>
          <p:cNvPicPr>
            <a:picLocks noChangeAspect="1"/>
          </p:cNvPicPr>
          <p:nvPr/>
        </p:nvPicPr>
        <p:blipFill>
          <a:blip r:embed="rId2"/>
          <a:stretch>
            <a:fillRect/>
          </a:stretch>
        </p:blipFill>
        <p:spPr>
          <a:xfrm>
            <a:off x="3717131" y="2133600"/>
            <a:ext cx="8239185" cy="2600344"/>
          </a:xfrm>
          <a:prstGeom prst="rect">
            <a:avLst/>
          </a:prstGeom>
          <a:ln w="38100">
            <a:solidFill>
              <a:schemeClr val="accent1"/>
            </a:solidFill>
          </a:ln>
        </p:spPr>
      </p:pic>
    </p:spTree>
    <p:extLst>
      <p:ext uri="{BB962C8B-B14F-4D97-AF65-F5344CB8AC3E}">
        <p14:creationId xmlns:p14="http://schemas.microsoft.com/office/powerpoint/2010/main" val="3535458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C9273-53AF-7FF1-C526-F571F2C2F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7FFF5-D532-EDA1-DAA0-4631F80A52F9}"/>
              </a:ext>
            </a:extLst>
          </p:cNvPr>
          <p:cNvSpPr>
            <a:spLocks noGrp="1"/>
          </p:cNvSpPr>
          <p:nvPr>
            <p:ph type="title"/>
          </p:nvPr>
        </p:nvSpPr>
        <p:spPr/>
        <p:txBody>
          <a:bodyPr/>
          <a:lstStyle/>
          <a:p>
            <a:r>
              <a:rPr lang="en-GB" altLang="en-US" dirty="0">
                <a:solidFill>
                  <a:schemeClr val="tx1">
                    <a:lumMod val="85000"/>
                    <a:lumOff val="15000"/>
                  </a:schemeClr>
                </a:solidFill>
              </a:rPr>
              <a:t>What’s so Bad about a Bad Relation?</a:t>
            </a:r>
            <a:endParaRPr lang="en-IE"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FD9D192F-F3FD-4F64-79BB-DA6EEABDF5CF}"/>
              </a:ext>
            </a:extLst>
          </p:cNvPr>
          <p:cNvSpPr>
            <a:spLocks noGrp="1"/>
          </p:cNvSpPr>
          <p:nvPr>
            <p:ph idx="1"/>
          </p:nvPr>
        </p:nvSpPr>
        <p:spPr>
          <a:xfrm>
            <a:off x="762024" y="2284343"/>
            <a:ext cx="15816216" cy="3648193"/>
          </a:xfrm>
        </p:spPr>
        <p:txBody>
          <a:bodyPr/>
          <a:lstStyle/>
          <a:p>
            <a:pPr marL="0" indent="0" hangingPunct="0">
              <a:spcBef>
                <a:spcPts val="1200"/>
              </a:spcBef>
              <a:buSzTx/>
              <a:buNone/>
            </a:pPr>
            <a:r>
              <a:rPr lang="en-GB" dirty="0">
                <a:solidFill>
                  <a:schemeClr val="bg1">
                    <a:lumMod val="50000"/>
                  </a:schemeClr>
                </a:solidFill>
              </a:rPr>
              <a:t>Insert Anomaly:</a:t>
            </a: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We want to add a new branch B005 in New York but for now there are no employees working at the branch. </a:t>
            </a: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Since the primary key for the relation is </a:t>
            </a:r>
            <a:r>
              <a:rPr lang="en-GB" dirty="0" err="1">
                <a:solidFill>
                  <a:schemeClr val="bg1">
                    <a:lumMod val="50000"/>
                  </a:schemeClr>
                </a:solidFill>
              </a:rPr>
              <a:t>staffNo</a:t>
            </a:r>
            <a:r>
              <a:rPr lang="en-GB" dirty="0">
                <a:solidFill>
                  <a:schemeClr val="bg1">
                    <a:lumMod val="50000"/>
                  </a:schemeClr>
                </a:solidFill>
              </a:rPr>
              <a:t>, we cannot add a record until we have an employee working at the new branch (</a:t>
            </a:r>
            <a:r>
              <a:rPr lang="en-GB">
                <a:solidFill>
                  <a:schemeClr val="bg1">
                    <a:lumMod val="50000"/>
                  </a:schemeClr>
                </a:solidFill>
              </a:rPr>
              <a:t>Entity Integrity)!</a:t>
            </a:r>
            <a:endParaRPr lang="en-IE" dirty="0"/>
          </a:p>
        </p:txBody>
      </p:sp>
      <p:pic>
        <p:nvPicPr>
          <p:cNvPr id="6" name="Picture 5">
            <a:extLst>
              <a:ext uri="{FF2B5EF4-FFF2-40B4-BE49-F238E27FC236}">
                <a16:creationId xmlns:a16="http://schemas.microsoft.com/office/drawing/2014/main" id="{377DDCEC-60DD-73D0-51D5-7963F5172C8A}"/>
              </a:ext>
            </a:extLst>
          </p:cNvPr>
          <p:cNvPicPr>
            <a:picLocks noChangeAspect="1"/>
          </p:cNvPicPr>
          <p:nvPr/>
        </p:nvPicPr>
        <p:blipFill>
          <a:blip r:embed="rId2"/>
          <a:stretch>
            <a:fillRect/>
          </a:stretch>
        </p:blipFill>
        <p:spPr>
          <a:xfrm>
            <a:off x="4402931" y="6489679"/>
            <a:ext cx="8248710" cy="2933721"/>
          </a:xfrm>
          <a:prstGeom prst="rect">
            <a:avLst/>
          </a:prstGeom>
          <a:ln w="38100">
            <a:solidFill>
              <a:schemeClr val="accent1"/>
            </a:solidFill>
          </a:ln>
        </p:spPr>
      </p:pic>
      <p:sp>
        <p:nvSpPr>
          <p:cNvPr id="7" name="TextBox 6">
            <a:extLst>
              <a:ext uri="{FF2B5EF4-FFF2-40B4-BE49-F238E27FC236}">
                <a16:creationId xmlns:a16="http://schemas.microsoft.com/office/drawing/2014/main" id="{EF9F7E93-0629-0BB9-2830-82B0A7652575}"/>
              </a:ext>
            </a:extLst>
          </p:cNvPr>
          <p:cNvSpPr txBox="1"/>
          <p:nvPr/>
        </p:nvSpPr>
        <p:spPr>
          <a:xfrm>
            <a:off x="381024" y="8686800"/>
            <a:ext cx="2955107"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3200" b="0" i="0" u="none" strike="noStrike" cap="none" spc="0" normalizeH="0" baseline="0" dirty="0">
                <a:ln>
                  <a:noFill/>
                </a:ln>
                <a:solidFill>
                  <a:schemeClr val="bg1">
                    <a:lumMod val="50000"/>
                  </a:schemeClr>
                </a:solidFill>
                <a:effectLst/>
                <a:uFillTx/>
                <a:latin typeface="+mn-lt"/>
                <a:ea typeface="+mn-ea"/>
                <a:cs typeface="+mn-cs"/>
                <a:sym typeface="Helvetica Neue Light"/>
              </a:rPr>
              <a:t>Not permitted</a:t>
            </a:r>
            <a:endParaRPr kumimoji="0" lang="en-IE" sz="3200" b="0" i="0" u="none" strike="noStrike" cap="none" spc="0" normalizeH="0" baseline="0" dirty="0">
              <a:ln>
                <a:noFill/>
              </a:ln>
              <a:solidFill>
                <a:schemeClr val="bg1">
                  <a:lumMod val="50000"/>
                </a:schemeClr>
              </a:solidFill>
              <a:effectLst/>
              <a:uFillTx/>
              <a:latin typeface="+mn-lt"/>
              <a:ea typeface="+mn-ea"/>
              <a:cs typeface="+mn-cs"/>
              <a:sym typeface="Helvetica Neue Light"/>
            </a:endParaRPr>
          </a:p>
        </p:txBody>
      </p:sp>
      <p:cxnSp>
        <p:nvCxnSpPr>
          <p:cNvPr id="9" name="Straight Arrow Connector 8">
            <a:extLst>
              <a:ext uri="{FF2B5EF4-FFF2-40B4-BE49-F238E27FC236}">
                <a16:creationId xmlns:a16="http://schemas.microsoft.com/office/drawing/2014/main" id="{21354DE7-70FE-374B-C9AB-0938C1611757}"/>
              </a:ext>
            </a:extLst>
          </p:cNvPr>
          <p:cNvCxnSpPr/>
          <p:nvPr/>
        </p:nvCxnSpPr>
        <p:spPr>
          <a:xfrm>
            <a:off x="3412331" y="9067800"/>
            <a:ext cx="914400" cy="0"/>
          </a:xfrm>
          <a:prstGeom prst="straightConnector1">
            <a:avLst/>
          </a:prstGeom>
          <a:noFill/>
          <a:ln w="63500" cap="flat">
            <a:solidFill>
              <a:srgbClr val="ABABAB"/>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949509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5E74-A35C-CC6B-89D6-9A004F1C5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6B68B-DF86-B4F1-1A06-06C48A0031DE}"/>
              </a:ext>
            </a:extLst>
          </p:cNvPr>
          <p:cNvSpPr>
            <a:spLocks noGrp="1"/>
          </p:cNvSpPr>
          <p:nvPr>
            <p:ph type="title"/>
          </p:nvPr>
        </p:nvSpPr>
        <p:spPr/>
        <p:txBody>
          <a:bodyPr/>
          <a:lstStyle/>
          <a:p>
            <a:r>
              <a:rPr lang="en-GB" altLang="en-US" dirty="0">
                <a:solidFill>
                  <a:schemeClr val="tx1">
                    <a:lumMod val="85000"/>
                    <a:lumOff val="15000"/>
                  </a:schemeClr>
                </a:solidFill>
              </a:rPr>
              <a:t>What’s so Bad about a Bad Relation?</a:t>
            </a:r>
            <a:endParaRPr lang="en-IE"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9F051EBE-C933-BF98-C95C-D9E221C16545}"/>
              </a:ext>
            </a:extLst>
          </p:cNvPr>
          <p:cNvSpPr>
            <a:spLocks noGrp="1"/>
          </p:cNvSpPr>
          <p:nvPr>
            <p:ph idx="1"/>
          </p:nvPr>
        </p:nvSpPr>
        <p:spPr>
          <a:xfrm>
            <a:off x="762024" y="2286000"/>
            <a:ext cx="15816216" cy="7315200"/>
          </a:xfrm>
        </p:spPr>
        <p:txBody>
          <a:bodyPr/>
          <a:lstStyle/>
          <a:p>
            <a:pPr marL="0" indent="0" hangingPunct="0">
              <a:spcBef>
                <a:spcPts val="1200"/>
              </a:spcBef>
              <a:buSzTx/>
              <a:buNone/>
            </a:pPr>
            <a:r>
              <a:rPr lang="en-GB" dirty="0">
                <a:solidFill>
                  <a:schemeClr val="bg1">
                    <a:lumMod val="50000"/>
                  </a:schemeClr>
                </a:solidFill>
              </a:rPr>
              <a:t>Update Anomaly:</a:t>
            </a: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What happens if branch B002 changes its </a:t>
            </a:r>
            <a:r>
              <a:rPr lang="en-GB" dirty="0" err="1">
                <a:solidFill>
                  <a:schemeClr val="bg1">
                    <a:lumMod val="50000"/>
                  </a:schemeClr>
                </a:solidFill>
              </a:rPr>
              <a:t>telNo</a:t>
            </a:r>
            <a:r>
              <a:rPr lang="en-GB" dirty="0">
                <a:solidFill>
                  <a:schemeClr val="bg1">
                    <a:lumMod val="50000"/>
                  </a:schemeClr>
                </a:solidFill>
              </a:rPr>
              <a:t> from 206-555-6756 to 206-555-7023?</a:t>
            </a: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We must search every record/row and change every instance of 206-555-6756 to 206-555-7023 in records involving branch B002.</a:t>
            </a: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IE" dirty="0"/>
          </a:p>
        </p:txBody>
      </p:sp>
      <p:pic>
        <p:nvPicPr>
          <p:cNvPr id="5" name="Picture 4">
            <a:extLst>
              <a:ext uri="{FF2B5EF4-FFF2-40B4-BE49-F238E27FC236}">
                <a16:creationId xmlns:a16="http://schemas.microsoft.com/office/drawing/2014/main" id="{6AB67EE3-C4C5-101D-64A6-814D2E5AE067}"/>
              </a:ext>
            </a:extLst>
          </p:cNvPr>
          <p:cNvPicPr>
            <a:picLocks noChangeAspect="1"/>
          </p:cNvPicPr>
          <p:nvPr/>
        </p:nvPicPr>
        <p:blipFill>
          <a:blip r:embed="rId2"/>
          <a:stretch>
            <a:fillRect/>
          </a:stretch>
        </p:blipFill>
        <p:spPr>
          <a:xfrm>
            <a:off x="4021931" y="4572000"/>
            <a:ext cx="8267760" cy="2581294"/>
          </a:xfrm>
          <a:prstGeom prst="rect">
            <a:avLst/>
          </a:prstGeom>
          <a:ln w="38100">
            <a:solidFill>
              <a:schemeClr val="accent1"/>
            </a:solidFill>
          </a:ln>
        </p:spPr>
      </p:pic>
      <p:sp>
        <p:nvSpPr>
          <p:cNvPr id="8" name="TextBox 7">
            <a:extLst>
              <a:ext uri="{FF2B5EF4-FFF2-40B4-BE49-F238E27FC236}">
                <a16:creationId xmlns:a16="http://schemas.microsoft.com/office/drawing/2014/main" id="{50DD19B7-5890-4DE3-43E5-0DD99143D7FB}"/>
              </a:ext>
            </a:extLst>
          </p:cNvPr>
          <p:cNvSpPr txBox="1"/>
          <p:nvPr/>
        </p:nvSpPr>
        <p:spPr>
          <a:xfrm>
            <a:off x="13165931" y="5722282"/>
            <a:ext cx="358139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lang="en-GB" sz="3200" dirty="0">
                <a:solidFill>
                  <a:schemeClr val="bg1">
                    <a:lumMod val="50000"/>
                  </a:schemeClr>
                </a:solidFill>
              </a:rPr>
              <a:t>Multiple changes</a:t>
            </a:r>
            <a:endParaRPr kumimoji="0" lang="en-IE" sz="3200" b="0" i="0" u="none" strike="noStrike" cap="none" spc="0" normalizeH="0" baseline="0" dirty="0">
              <a:ln>
                <a:noFill/>
              </a:ln>
              <a:solidFill>
                <a:schemeClr val="bg1">
                  <a:lumMod val="50000"/>
                </a:schemeClr>
              </a:solidFill>
              <a:effectLst/>
              <a:uFillTx/>
              <a:latin typeface="+mn-lt"/>
              <a:ea typeface="+mn-ea"/>
              <a:cs typeface="+mn-cs"/>
              <a:sym typeface="Helvetica Neue Light"/>
            </a:endParaRPr>
          </a:p>
        </p:txBody>
      </p:sp>
      <p:cxnSp>
        <p:nvCxnSpPr>
          <p:cNvPr id="11" name="Straight Arrow Connector 10">
            <a:extLst>
              <a:ext uri="{FF2B5EF4-FFF2-40B4-BE49-F238E27FC236}">
                <a16:creationId xmlns:a16="http://schemas.microsoft.com/office/drawing/2014/main" id="{FC972809-F2F7-80DA-1337-259885760A03}"/>
              </a:ext>
            </a:extLst>
          </p:cNvPr>
          <p:cNvCxnSpPr>
            <a:cxnSpLocks/>
          </p:cNvCxnSpPr>
          <p:nvPr/>
        </p:nvCxnSpPr>
        <p:spPr>
          <a:xfrm flipH="1" flipV="1">
            <a:off x="12175331" y="5943600"/>
            <a:ext cx="914400" cy="76199"/>
          </a:xfrm>
          <a:prstGeom prst="straightConnector1">
            <a:avLst/>
          </a:prstGeom>
          <a:noFill/>
          <a:ln w="63500" cap="flat">
            <a:solidFill>
              <a:srgbClr val="ABABAB"/>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 name="Straight Arrow Connector 12">
            <a:extLst>
              <a:ext uri="{FF2B5EF4-FFF2-40B4-BE49-F238E27FC236}">
                <a16:creationId xmlns:a16="http://schemas.microsoft.com/office/drawing/2014/main" id="{C781751B-9623-5DA9-AD67-162D316F80B5}"/>
              </a:ext>
            </a:extLst>
          </p:cNvPr>
          <p:cNvCxnSpPr>
            <a:cxnSpLocks/>
          </p:cNvCxnSpPr>
          <p:nvPr/>
        </p:nvCxnSpPr>
        <p:spPr>
          <a:xfrm flipH="1">
            <a:off x="12175331" y="6096000"/>
            <a:ext cx="914400" cy="152400"/>
          </a:xfrm>
          <a:prstGeom prst="straightConnector1">
            <a:avLst/>
          </a:prstGeom>
          <a:noFill/>
          <a:ln w="63500" cap="flat">
            <a:solidFill>
              <a:srgbClr val="ABABAB"/>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370843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CEDFC-964F-6672-DDBD-17B8E21E1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587F8-2A9A-E12D-A84D-95D95AD1F847}"/>
              </a:ext>
            </a:extLst>
          </p:cNvPr>
          <p:cNvSpPr>
            <a:spLocks noGrp="1"/>
          </p:cNvSpPr>
          <p:nvPr>
            <p:ph type="title"/>
          </p:nvPr>
        </p:nvSpPr>
        <p:spPr/>
        <p:txBody>
          <a:bodyPr/>
          <a:lstStyle/>
          <a:p>
            <a:r>
              <a:rPr lang="en-GB" altLang="en-US" dirty="0">
                <a:solidFill>
                  <a:schemeClr val="tx1">
                    <a:lumMod val="85000"/>
                    <a:lumOff val="15000"/>
                  </a:schemeClr>
                </a:solidFill>
              </a:rPr>
              <a:t>What’s so Bad about a Bad Relation?</a:t>
            </a:r>
            <a:endParaRPr lang="en-IE"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A6F953F2-6F0E-4978-B497-3504F2F6C5AB}"/>
              </a:ext>
            </a:extLst>
          </p:cNvPr>
          <p:cNvSpPr>
            <a:spLocks noGrp="1"/>
          </p:cNvSpPr>
          <p:nvPr>
            <p:ph idx="1"/>
          </p:nvPr>
        </p:nvSpPr>
        <p:spPr>
          <a:xfrm>
            <a:off x="753679" y="2209800"/>
            <a:ext cx="15816216" cy="7315200"/>
          </a:xfrm>
        </p:spPr>
        <p:txBody>
          <a:bodyPr>
            <a:normAutofit/>
          </a:bodyPr>
          <a:lstStyle/>
          <a:p>
            <a:pPr marL="0" indent="0" hangingPunct="0">
              <a:spcBef>
                <a:spcPts val="1200"/>
              </a:spcBef>
              <a:buSzTx/>
              <a:buNone/>
            </a:pPr>
            <a:r>
              <a:rPr lang="en-GB" dirty="0">
                <a:solidFill>
                  <a:schemeClr val="bg1">
                    <a:lumMod val="50000"/>
                  </a:schemeClr>
                </a:solidFill>
              </a:rPr>
              <a:t>Update Anomaly:</a:t>
            </a: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This one change in the real world may make for many changes in the database.</a:t>
            </a: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What if we mess up and end up not making all changes?</a:t>
            </a: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Now, what is the telephone number for branch B002?</a:t>
            </a: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IE" dirty="0"/>
          </a:p>
        </p:txBody>
      </p:sp>
      <p:cxnSp>
        <p:nvCxnSpPr>
          <p:cNvPr id="11" name="Straight Arrow Connector 10">
            <a:extLst>
              <a:ext uri="{FF2B5EF4-FFF2-40B4-BE49-F238E27FC236}">
                <a16:creationId xmlns:a16="http://schemas.microsoft.com/office/drawing/2014/main" id="{AA279693-3F04-969D-4FFB-778873689415}"/>
              </a:ext>
            </a:extLst>
          </p:cNvPr>
          <p:cNvCxnSpPr>
            <a:cxnSpLocks/>
          </p:cNvCxnSpPr>
          <p:nvPr/>
        </p:nvCxnSpPr>
        <p:spPr>
          <a:xfrm flipH="1" flipV="1">
            <a:off x="11551603" y="6488952"/>
            <a:ext cx="914400" cy="76199"/>
          </a:xfrm>
          <a:prstGeom prst="straightConnector1">
            <a:avLst/>
          </a:prstGeom>
          <a:noFill/>
          <a:ln w="63500" cap="flat">
            <a:solidFill>
              <a:srgbClr val="ABABAB"/>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 name="Straight Arrow Connector 12">
            <a:extLst>
              <a:ext uri="{FF2B5EF4-FFF2-40B4-BE49-F238E27FC236}">
                <a16:creationId xmlns:a16="http://schemas.microsoft.com/office/drawing/2014/main" id="{31B84233-B876-586B-2E3A-3F73A7923B09}"/>
              </a:ext>
            </a:extLst>
          </p:cNvPr>
          <p:cNvCxnSpPr>
            <a:cxnSpLocks/>
          </p:cNvCxnSpPr>
          <p:nvPr/>
        </p:nvCxnSpPr>
        <p:spPr>
          <a:xfrm flipH="1">
            <a:off x="11575316" y="6705600"/>
            <a:ext cx="914400" cy="152400"/>
          </a:xfrm>
          <a:prstGeom prst="straightConnector1">
            <a:avLst/>
          </a:prstGeom>
          <a:noFill/>
          <a:ln w="63500" cap="flat">
            <a:solidFill>
              <a:srgbClr val="ABABAB"/>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6" name="Picture 5">
            <a:extLst>
              <a:ext uri="{FF2B5EF4-FFF2-40B4-BE49-F238E27FC236}">
                <a16:creationId xmlns:a16="http://schemas.microsoft.com/office/drawing/2014/main" id="{E25A14A2-5A82-75E4-56AA-FEC25F28D8F5}"/>
              </a:ext>
            </a:extLst>
          </p:cNvPr>
          <p:cNvPicPr>
            <a:picLocks noChangeAspect="1"/>
          </p:cNvPicPr>
          <p:nvPr/>
        </p:nvPicPr>
        <p:blipFill>
          <a:blip r:embed="rId2"/>
          <a:stretch>
            <a:fillRect/>
          </a:stretch>
        </p:blipFill>
        <p:spPr>
          <a:xfrm>
            <a:off x="3312418" y="5188780"/>
            <a:ext cx="8239185" cy="2600344"/>
          </a:xfrm>
          <a:prstGeom prst="rect">
            <a:avLst/>
          </a:prstGeom>
          <a:ln w="38100">
            <a:solidFill>
              <a:schemeClr val="accent1"/>
            </a:solidFill>
          </a:ln>
        </p:spPr>
      </p:pic>
      <p:sp>
        <p:nvSpPr>
          <p:cNvPr id="7" name="TextBox 6">
            <a:extLst>
              <a:ext uri="{FF2B5EF4-FFF2-40B4-BE49-F238E27FC236}">
                <a16:creationId xmlns:a16="http://schemas.microsoft.com/office/drawing/2014/main" id="{D3A54336-748A-AAAC-6AAE-4FEF34380E11}"/>
              </a:ext>
            </a:extLst>
          </p:cNvPr>
          <p:cNvSpPr txBox="1"/>
          <p:nvPr/>
        </p:nvSpPr>
        <p:spPr>
          <a:xfrm>
            <a:off x="12466003" y="6386076"/>
            <a:ext cx="372813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GB" sz="2400" b="0" i="0" u="none" strike="noStrike" cap="none" spc="0" normalizeH="0" baseline="0" dirty="0">
                <a:ln>
                  <a:noFill/>
                </a:ln>
                <a:solidFill>
                  <a:schemeClr val="bg1">
                    <a:lumMod val="50000"/>
                  </a:schemeClr>
                </a:solidFill>
                <a:effectLst/>
                <a:uFillTx/>
                <a:latin typeface="+mn-lt"/>
                <a:ea typeface="+mn-ea"/>
                <a:cs typeface="+mn-cs"/>
                <a:sym typeface="Helvetica Neue Light"/>
              </a:rPr>
              <a:t>Two different </a:t>
            </a:r>
            <a:r>
              <a:rPr kumimoji="0" lang="en-GB" sz="2400" b="0" i="0" u="none" strike="noStrike" cap="none" spc="0" normalizeH="0" baseline="0" dirty="0" err="1">
                <a:ln>
                  <a:noFill/>
                </a:ln>
                <a:solidFill>
                  <a:schemeClr val="bg1">
                    <a:lumMod val="50000"/>
                  </a:schemeClr>
                </a:solidFill>
                <a:effectLst/>
                <a:uFillTx/>
                <a:latin typeface="+mn-lt"/>
                <a:ea typeface="+mn-ea"/>
                <a:cs typeface="+mn-cs"/>
                <a:sym typeface="Helvetica Neue Light"/>
              </a:rPr>
              <a:t>telNo</a:t>
            </a:r>
            <a:r>
              <a:rPr kumimoji="0" lang="en-GB" sz="2400" b="0" i="0" u="none" strike="noStrike" cap="none" spc="0" normalizeH="0" baseline="0" dirty="0">
                <a:ln>
                  <a:noFill/>
                </a:ln>
                <a:solidFill>
                  <a:schemeClr val="bg1">
                    <a:lumMod val="50000"/>
                  </a:schemeClr>
                </a:solidFill>
                <a:effectLst/>
                <a:uFillTx/>
                <a:latin typeface="+mn-lt"/>
                <a:ea typeface="+mn-ea"/>
                <a:cs typeface="+mn-cs"/>
                <a:sym typeface="Helvetica Neue Light"/>
              </a:rPr>
              <a:t> values</a:t>
            </a:r>
            <a:endParaRPr kumimoji="0" lang="en-IE" sz="2400" b="0" i="0" u="none" strike="noStrike" cap="none" spc="0" normalizeH="0" baseline="0" dirty="0">
              <a:ln>
                <a:noFill/>
              </a:ln>
              <a:solidFill>
                <a:schemeClr val="bg1">
                  <a:lumMod val="50000"/>
                </a:schemeClr>
              </a:solidFill>
              <a:effectLst/>
              <a:uFillTx/>
              <a:latin typeface="+mn-lt"/>
              <a:ea typeface="+mn-ea"/>
              <a:cs typeface="+mn-cs"/>
              <a:sym typeface="Helvetica Neue Light"/>
            </a:endParaRPr>
          </a:p>
        </p:txBody>
      </p:sp>
    </p:spTree>
    <p:extLst>
      <p:ext uri="{BB962C8B-B14F-4D97-AF65-F5344CB8AC3E}">
        <p14:creationId xmlns:p14="http://schemas.microsoft.com/office/powerpoint/2010/main" val="527600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AE91-3AFE-7354-5697-62C909089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F3029-FBF6-6DCF-68DE-8D060CC1A8CE}"/>
              </a:ext>
            </a:extLst>
          </p:cNvPr>
          <p:cNvSpPr>
            <a:spLocks noGrp="1"/>
          </p:cNvSpPr>
          <p:nvPr>
            <p:ph type="title"/>
          </p:nvPr>
        </p:nvSpPr>
        <p:spPr/>
        <p:txBody>
          <a:bodyPr/>
          <a:lstStyle/>
          <a:p>
            <a:r>
              <a:rPr lang="en-GB" altLang="en-US" dirty="0">
                <a:solidFill>
                  <a:schemeClr val="tx1">
                    <a:lumMod val="85000"/>
                    <a:lumOff val="15000"/>
                  </a:schemeClr>
                </a:solidFill>
              </a:rPr>
              <a:t>What’s so Bad about a Bad Relation?</a:t>
            </a:r>
            <a:endParaRPr lang="en-IE"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575542CE-85C2-34C6-F671-CAD0221A1CAF}"/>
              </a:ext>
            </a:extLst>
          </p:cNvPr>
          <p:cNvSpPr>
            <a:spLocks noGrp="1"/>
          </p:cNvSpPr>
          <p:nvPr>
            <p:ph idx="1"/>
          </p:nvPr>
        </p:nvSpPr>
        <p:spPr>
          <a:xfrm>
            <a:off x="785056" y="2286000"/>
            <a:ext cx="15816216" cy="7315200"/>
          </a:xfrm>
        </p:spPr>
        <p:txBody>
          <a:bodyPr>
            <a:normAutofit/>
          </a:bodyPr>
          <a:lstStyle/>
          <a:p>
            <a:pPr marL="0" indent="0" hangingPunct="0">
              <a:spcBef>
                <a:spcPts val="1200"/>
              </a:spcBef>
              <a:buSzTx/>
              <a:buNone/>
            </a:pPr>
            <a:r>
              <a:rPr lang="en-GB" dirty="0">
                <a:solidFill>
                  <a:schemeClr val="bg1">
                    <a:lumMod val="50000"/>
                  </a:schemeClr>
                </a:solidFill>
              </a:rPr>
              <a:t>Delete Anomaly:</a:t>
            </a: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What if staff member Sally Stern leaves the company and her record is deleted?</a:t>
            </a: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GB" dirty="0">
              <a:solidFill>
                <a:schemeClr val="bg1">
                  <a:lumMod val="50000"/>
                </a:schemeClr>
              </a:solidFill>
            </a:endParaRP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r>
              <a:rPr lang="en-GB" dirty="0">
                <a:solidFill>
                  <a:schemeClr val="bg1">
                    <a:lumMod val="50000"/>
                  </a:schemeClr>
                </a:solidFill>
              </a:rPr>
              <a:t>A consequence is that we lose all information about branch B004 also.</a:t>
            </a:r>
          </a:p>
          <a:p>
            <a:pPr marL="0" indent="0" hangingPunct="0">
              <a:spcBef>
                <a:spcPts val="1200"/>
              </a:spcBef>
              <a:buSzTx/>
              <a:buNone/>
            </a:pPr>
            <a:endParaRPr lang="en-GB" dirty="0">
              <a:solidFill>
                <a:schemeClr val="bg1">
                  <a:lumMod val="50000"/>
                </a:schemeClr>
              </a:solidFill>
            </a:endParaRPr>
          </a:p>
          <a:p>
            <a:pPr marL="571500" indent="-571500" hangingPunct="0">
              <a:spcBef>
                <a:spcPts val="1200"/>
              </a:spcBef>
              <a:buSzTx/>
              <a:buFont typeface="Arial" panose="020B0604020202020204" pitchFamily="34" charset="0"/>
              <a:buChar char="•"/>
            </a:pPr>
            <a:endParaRPr lang="en-IE" dirty="0"/>
          </a:p>
        </p:txBody>
      </p:sp>
      <p:pic>
        <p:nvPicPr>
          <p:cNvPr id="5" name="Picture 4">
            <a:extLst>
              <a:ext uri="{FF2B5EF4-FFF2-40B4-BE49-F238E27FC236}">
                <a16:creationId xmlns:a16="http://schemas.microsoft.com/office/drawing/2014/main" id="{4CB17211-0802-0CFF-6202-7293DAE451DD}"/>
              </a:ext>
            </a:extLst>
          </p:cNvPr>
          <p:cNvPicPr>
            <a:picLocks noChangeAspect="1"/>
          </p:cNvPicPr>
          <p:nvPr/>
        </p:nvPicPr>
        <p:blipFill>
          <a:blip r:embed="rId2"/>
          <a:stretch>
            <a:fillRect/>
          </a:stretch>
        </p:blipFill>
        <p:spPr>
          <a:xfrm>
            <a:off x="3945731" y="4191000"/>
            <a:ext cx="8305861" cy="2581294"/>
          </a:xfrm>
          <a:prstGeom prst="rect">
            <a:avLst/>
          </a:prstGeom>
          <a:ln w="38100">
            <a:solidFill>
              <a:schemeClr val="accent1"/>
            </a:solidFill>
          </a:ln>
        </p:spPr>
      </p:pic>
      <p:sp>
        <p:nvSpPr>
          <p:cNvPr id="8" name="Rectangle 7">
            <a:extLst>
              <a:ext uri="{FF2B5EF4-FFF2-40B4-BE49-F238E27FC236}">
                <a16:creationId xmlns:a16="http://schemas.microsoft.com/office/drawing/2014/main" id="{A56D9936-94BC-FD16-3C4E-291879CFC7CF}"/>
              </a:ext>
            </a:extLst>
          </p:cNvPr>
          <p:cNvSpPr/>
          <p:nvPr/>
        </p:nvSpPr>
        <p:spPr>
          <a:xfrm>
            <a:off x="3869531" y="6047384"/>
            <a:ext cx="8458200" cy="304800"/>
          </a:xfrm>
          <a:prstGeom prst="rect">
            <a:avLst/>
          </a:prstGeom>
          <a:solidFill>
            <a:schemeClr val="accent6">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IE" sz="3600" b="0" i="0" u="none" strike="noStrike" cap="none" spc="0" normalizeH="0" baseline="0">
              <a:ln>
                <a:noFill/>
              </a:ln>
              <a:solidFill>
                <a:srgbClr val="FFFFFF"/>
              </a:solidFill>
              <a:effectLst/>
              <a:uFillTx/>
              <a:latin typeface="+mn-lt"/>
              <a:ea typeface="+mn-ea"/>
              <a:cs typeface="+mn-cs"/>
              <a:sym typeface="Helvetica Neue Light"/>
            </a:endParaRPr>
          </a:p>
        </p:txBody>
      </p:sp>
    </p:spTree>
    <p:extLst>
      <p:ext uri="{BB962C8B-B14F-4D97-AF65-F5344CB8AC3E}">
        <p14:creationId xmlns:p14="http://schemas.microsoft.com/office/powerpoint/2010/main" val="1991462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1545-E94D-EBD5-5B86-EC71A520F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600DF-3A36-43DA-296C-8E1B6EFE71FC}"/>
              </a:ext>
            </a:extLst>
          </p:cNvPr>
          <p:cNvSpPr>
            <a:spLocks noGrp="1"/>
          </p:cNvSpPr>
          <p:nvPr>
            <p:ph type="title"/>
          </p:nvPr>
        </p:nvSpPr>
        <p:spPr/>
        <p:txBody>
          <a:bodyPr/>
          <a:lstStyle/>
          <a:p>
            <a:r>
              <a:rPr lang="en-US" dirty="0"/>
              <a:t>Topics List</a:t>
            </a:r>
          </a:p>
        </p:txBody>
      </p:sp>
      <p:sp>
        <p:nvSpPr>
          <p:cNvPr id="3" name="Text Placeholder 2">
            <a:extLst>
              <a:ext uri="{FF2B5EF4-FFF2-40B4-BE49-F238E27FC236}">
                <a16:creationId xmlns:a16="http://schemas.microsoft.com/office/drawing/2014/main" id="{5C5A205B-6D22-4282-A821-EF49BC6430C6}"/>
              </a:ext>
            </a:extLst>
          </p:cNvPr>
          <p:cNvSpPr>
            <a:spLocks noGrp="1"/>
          </p:cNvSpPr>
          <p:nvPr>
            <p:ph type="body" idx="1"/>
          </p:nvPr>
        </p:nvSpPr>
        <p:spPr/>
        <p:txBody>
          <a:bodyPr/>
          <a:lstStyle/>
          <a:p>
            <a:r>
              <a:rPr lang="en-GB" altLang="en-US" dirty="0">
                <a:solidFill>
                  <a:schemeClr val="bg1">
                    <a:lumMod val="50000"/>
                  </a:schemeClr>
                </a:solidFill>
              </a:rPr>
              <a:t>Good Relations versus Bad Relations</a:t>
            </a:r>
          </a:p>
          <a:p>
            <a:r>
              <a:rPr lang="en-GB" altLang="en-US" dirty="0">
                <a:solidFill>
                  <a:schemeClr val="bg1">
                    <a:lumMod val="50000"/>
                  </a:schemeClr>
                </a:solidFill>
              </a:rPr>
              <a:t>What’s so Bad about a Bad Relation?</a:t>
            </a:r>
          </a:p>
          <a:p>
            <a:r>
              <a:rPr lang="en-GB" altLang="en-US" dirty="0">
                <a:solidFill>
                  <a:srgbClr val="00B050"/>
                </a:solidFill>
              </a:rPr>
              <a:t>How do we get a Good Relation?</a:t>
            </a:r>
          </a:p>
        </p:txBody>
      </p:sp>
      <p:sp>
        <p:nvSpPr>
          <p:cNvPr id="5" name="Rectangle 4">
            <a:extLst>
              <a:ext uri="{FF2B5EF4-FFF2-40B4-BE49-F238E27FC236}">
                <a16:creationId xmlns:a16="http://schemas.microsoft.com/office/drawing/2014/main" id="{55F2C216-2BB0-8801-48C0-E4F48EAB7EA7}"/>
              </a:ext>
            </a:extLst>
          </p:cNvPr>
          <p:cNvSpPr/>
          <p:nvPr/>
        </p:nvSpPr>
        <p:spPr>
          <a:xfrm>
            <a:off x="2650331" y="2262505"/>
            <a:ext cx="7239000"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endParaRPr lang="en-US">
              <a:solidFill>
                <a:srgbClr val="FFFFFF"/>
              </a:solidFill>
            </a:endParaRPr>
          </a:p>
        </p:txBody>
      </p:sp>
    </p:spTree>
    <p:extLst>
      <p:ext uri="{BB962C8B-B14F-4D97-AF65-F5344CB8AC3E}">
        <p14:creationId xmlns:p14="http://schemas.microsoft.com/office/powerpoint/2010/main" val="249555201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6712205-99EB-0AF4-5FC2-250A40F3AF5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0531070-3CF4-6D8B-1915-8675E78D2A15}"/>
              </a:ext>
            </a:extLst>
          </p:cNvPr>
          <p:cNvSpPr>
            <a:spLocks noGrp="1" noChangeArrowheads="1"/>
          </p:cNvSpPr>
          <p:nvPr>
            <p:ph type="title"/>
          </p:nvPr>
        </p:nvSpPr>
        <p:spPr/>
        <p:txBody>
          <a:bodyPr lIns="128692" tIns="63217" rIns="128692" bIns="63217" anchor="b">
            <a:normAutofit/>
          </a:bodyPr>
          <a:lstStyle/>
          <a:p>
            <a:pPr>
              <a:defRPr/>
            </a:pPr>
            <a:r>
              <a:rPr lang="en-GB" altLang="en-US" dirty="0"/>
              <a:t>How do we get a Good Relation?</a:t>
            </a:r>
          </a:p>
        </p:txBody>
      </p:sp>
      <p:sp>
        <p:nvSpPr>
          <p:cNvPr id="7171" name="Rectangle 3">
            <a:extLst>
              <a:ext uri="{FF2B5EF4-FFF2-40B4-BE49-F238E27FC236}">
                <a16:creationId xmlns:a16="http://schemas.microsoft.com/office/drawing/2014/main" id="{DB00EE09-51DF-0E58-33F0-B94F62AAEE46}"/>
              </a:ext>
            </a:extLst>
          </p:cNvPr>
          <p:cNvSpPr>
            <a:spLocks noGrp="1" noChangeArrowheads="1"/>
          </p:cNvSpPr>
          <p:nvPr>
            <p:ph idx="1"/>
          </p:nvPr>
        </p:nvSpPr>
        <p:spPr>
          <a:xfrm>
            <a:off x="762023" y="2302934"/>
            <a:ext cx="15816215" cy="6764866"/>
          </a:xfrm>
        </p:spPr>
        <p:txBody>
          <a:bodyPr lIns="128692" tIns="63217" rIns="128692" bIns="63217">
            <a:noAutofit/>
          </a:bodyPr>
          <a:lstStyle/>
          <a:p>
            <a:r>
              <a:rPr lang="en-GB" altLang="en-US" dirty="0"/>
              <a:t>As previously stated in relational database design, we can attempt to build good relations and that is where we will go from here…</a:t>
            </a:r>
          </a:p>
          <a:p>
            <a:r>
              <a:rPr lang="en-GB" altLang="en-US" dirty="0"/>
              <a:t>We also previously stated that we can convert bad relations into good relations and we will look at this later.</a:t>
            </a:r>
          </a:p>
        </p:txBody>
      </p:sp>
    </p:spTree>
    <p:extLst>
      <p:ext uri="{BB962C8B-B14F-4D97-AF65-F5344CB8AC3E}">
        <p14:creationId xmlns:p14="http://schemas.microsoft.com/office/powerpoint/2010/main" val="547892104"/>
      </p:ext>
    </p:extLst>
  </p:cSld>
  <p:clrMapOvr>
    <a:masterClrMapping/>
  </p:clrMapOvr>
  <p:transition/>
</p:sld>
</file>

<file path=ppt/theme/theme1.xml><?xml version="1.0" encoding="utf-8"?>
<a:theme xmlns:a="http://schemas.openxmlformats.org/drawingml/2006/main" name="ModernPortfolio">
  <a:themeElements>
    <a:clrScheme name="ModernPortfolio">
      <a:dk1>
        <a:srgbClr val="000000"/>
      </a:dk1>
      <a:lt1>
        <a:srgbClr val="FFFFFF"/>
      </a:lt1>
      <a:dk2>
        <a:srgbClr val="5C5C5C"/>
      </a:dk2>
      <a:lt2>
        <a:srgbClr val="CBCBCB"/>
      </a:lt2>
      <a:accent1>
        <a:srgbClr val="557E8A"/>
      </a:accent1>
      <a:accent2>
        <a:srgbClr val="88885A"/>
      </a:accent2>
      <a:accent3>
        <a:srgbClr val="B29E85"/>
      </a:accent3>
      <a:accent4>
        <a:srgbClr val="BB7B52"/>
      </a:accent4>
      <a:accent5>
        <a:srgbClr val="CF7F66"/>
      </a:accent5>
      <a:accent6>
        <a:srgbClr val="62647B"/>
      </a:accent6>
      <a:hlink>
        <a:srgbClr val="0000FF"/>
      </a:hlink>
      <a:folHlink>
        <a:srgbClr val="FF00FF"/>
      </a:folHlink>
    </a:clrScheme>
    <a:fontScheme name="ModernPortfolio">
      <a:majorFont>
        <a:latin typeface="Helvetica Neue Light"/>
        <a:ea typeface="Helvetica Neue Light"/>
        <a:cs typeface="Helvetica Neue Light"/>
      </a:majorFont>
      <a:minorFont>
        <a:latin typeface="Helvetica Neue Light"/>
        <a:ea typeface="Helvetica Neue Light"/>
        <a:cs typeface="Helvetica Neue Light"/>
      </a:minorFont>
    </a:fontScheme>
    <a:fmtScheme name="ModernPortfol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12166"/>
            <a:lumOff val="-13042"/>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ABABAB"/>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dernPortfolio">
  <a:themeElements>
    <a:clrScheme name="ModernPortfolio">
      <a:dk1>
        <a:srgbClr val="000000"/>
      </a:dk1>
      <a:lt1>
        <a:srgbClr val="FFFFFF"/>
      </a:lt1>
      <a:dk2>
        <a:srgbClr val="5C5C5C"/>
      </a:dk2>
      <a:lt2>
        <a:srgbClr val="CBCBCB"/>
      </a:lt2>
      <a:accent1>
        <a:srgbClr val="557E8A"/>
      </a:accent1>
      <a:accent2>
        <a:srgbClr val="88885A"/>
      </a:accent2>
      <a:accent3>
        <a:srgbClr val="B29E85"/>
      </a:accent3>
      <a:accent4>
        <a:srgbClr val="BB7B52"/>
      </a:accent4>
      <a:accent5>
        <a:srgbClr val="CF7F66"/>
      </a:accent5>
      <a:accent6>
        <a:srgbClr val="62647B"/>
      </a:accent6>
      <a:hlink>
        <a:srgbClr val="0000FF"/>
      </a:hlink>
      <a:folHlink>
        <a:srgbClr val="FF00FF"/>
      </a:folHlink>
    </a:clrScheme>
    <a:fontScheme name="ModernPortfolio">
      <a:majorFont>
        <a:latin typeface="Helvetica Neue Light"/>
        <a:ea typeface="Helvetica Neue Light"/>
        <a:cs typeface="Helvetica Neue Light"/>
      </a:majorFont>
      <a:minorFont>
        <a:latin typeface="Helvetica Neue Light"/>
        <a:ea typeface="Helvetica Neue Light"/>
        <a:cs typeface="Helvetica Neue Light"/>
      </a:minorFont>
    </a:fontScheme>
    <a:fmtScheme name="ModernPortfol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12166"/>
            <a:lumOff val="-13042"/>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ABABAB"/>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920</Words>
  <Application>Microsoft Office PowerPoint</Application>
  <PresentationFormat>Custom</PresentationFormat>
  <Paragraphs>82</Paragraphs>
  <Slides>16</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Arial</vt:lpstr>
      <vt:lpstr>Calibri</vt:lpstr>
      <vt:lpstr>Calibri Light</vt:lpstr>
      <vt:lpstr>Helvetica</vt:lpstr>
      <vt:lpstr>Helvetica Neue</vt:lpstr>
      <vt:lpstr>Helvetica Neue Light</vt:lpstr>
      <vt:lpstr>Helvetica Neue Medium</vt:lpstr>
      <vt:lpstr>ModernPortfolio</vt:lpstr>
      <vt:lpstr>Office Theme</vt:lpstr>
      <vt:lpstr>Good and Bad Relations</vt:lpstr>
      <vt:lpstr>Topics List</vt:lpstr>
      <vt:lpstr>Good Relations versus Bad Relations</vt:lpstr>
      <vt:lpstr>Good Relation Examples</vt:lpstr>
      <vt:lpstr>Good Relation Examples</vt:lpstr>
      <vt:lpstr>Bad Relation Examples</vt:lpstr>
      <vt:lpstr>Bad Relation Examples</vt:lpstr>
      <vt:lpstr>Bad Relation Examples</vt:lpstr>
      <vt:lpstr>Topics List</vt:lpstr>
      <vt:lpstr>What’s so Bad about a Bad Relation?</vt:lpstr>
      <vt:lpstr>What’s so Bad about a Bad Relation?</vt:lpstr>
      <vt:lpstr>What’s so Bad about a Bad Relation?</vt:lpstr>
      <vt:lpstr>What’s so Bad about a Bad Relation?</vt:lpstr>
      <vt:lpstr>What’s so Bad about a Bad Relation?</vt:lpstr>
      <vt:lpstr>Topics List</vt:lpstr>
      <vt:lpstr>How do we get a Good Relation?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Relational Model</dc:title>
  <dc:creator>mary</dc:creator>
  <cp:lastModifiedBy>Mary Lyng</cp:lastModifiedBy>
  <cp:revision>80</cp:revision>
  <dcterms:modified xsi:type="dcterms:W3CDTF">2026-01-14T09:58:11Z</dcterms:modified>
</cp:coreProperties>
</file>