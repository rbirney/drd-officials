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9" r:id="rId5"/>
    <p:sldId id="261" r:id="rId6"/>
    <p:sldId id="276" r:id="rId7"/>
    <p:sldId id="462" r:id="rId8"/>
    <p:sldId id="272" r:id="rId9"/>
    <p:sldId id="274" r:id="rId10"/>
    <p:sldId id="275" r:id="rId11"/>
    <p:sldId id="280" r:id="rId12"/>
    <p:sldId id="463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996" autoAdjust="0"/>
    <p:restoredTop sz="86248" autoAdjust="0"/>
  </p:normalViewPr>
  <p:slideViewPr>
    <p:cSldViewPr snapToGrid="0">
      <p:cViewPr varScale="1">
        <p:scale>
          <a:sx n="77" d="100"/>
          <a:sy n="77" d="100"/>
        </p:scale>
        <p:origin x="4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EAF6F-7847-465E-9253-C8DA99CF4F6F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97E5-F07C-4FEF-B4FA-9AF7757A6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41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97E5-F07C-4FEF-B4FA-9AF7757A6EB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2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Demo test app created in Lab 1</a:t>
            </a:r>
          </a:p>
          <a:p>
            <a:r>
              <a:rPr lang="en-GB" dirty="0"/>
              <a:t>Show “root” div in index.html where content is being rendered</a:t>
            </a:r>
          </a:p>
          <a:p>
            <a:r>
              <a:rPr lang="en-GB" dirty="0"/>
              <a:t>Change some content, change names to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97E5-F07C-4FEF-B4FA-9AF7757A6EB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41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1593-E608-4966-A951-F12578C7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37C66-5F9B-4439-87F3-2EA1ED258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4461E-3ACE-4EA5-8D3B-3ADE5824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81763-7720-471A-AA10-882A1845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4004F-1130-4A5B-915A-2B49548F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12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93CA-F321-431F-84BC-63746D06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9862-5530-47C4-BF15-5468A276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C3A16-6FC7-4BAE-BD0C-6B05E495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60946-D52A-4E16-9351-B0483E17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84661-E949-4445-8835-800498EA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28F9-82F6-4DDE-AD6C-7D663F0F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AE0C6-7763-4553-A934-55627AC4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B10DD-6BB6-4F41-8677-8A673D5C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34DAA-1ABD-4372-90D1-EB1ADA79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B2D1A-E9DA-4A9C-886A-16112500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8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8028-ECEA-4250-91EF-D4F73D14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CB27-7AF8-42FE-8FB4-4CD3F5E0D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6AEC2-3CC9-4E41-BF6A-03682882D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5A3B5-969F-4DB2-B5FA-870668A3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E944E-95C4-4997-BBC9-3AB3E7F5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02F96-740F-42F3-B849-B47B97A7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61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27BA-80C8-4659-964F-438CB8BB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27756-44E6-4F57-B341-9C3BEA00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AB82A-2D56-48A8-911A-7B4105A0C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1F178-FE97-45D3-A5E5-3E44880B9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3D615-9D77-42DC-BD90-B0DF6238A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EF370-CCD2-4385-B1C0-88482607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065DE-4D5A-4B4B-955C-F4C45493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E932A-F0CF-4868-9523-27EF7768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00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BF430-5BE5-4E35-9767-51D99B76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817A0-0208-4E95-8F4B-B280B309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B5458-15B2-4B82-9E0A-07A258BB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2C234-985C-43AE-AFF9-21379F94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19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F8B03-9718-4F9C-A8A4-9444A14E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DE019-A21C-4AC7-B35B-8B4FD0D7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E4252-F1A1-4BEB-A8CD-823184A4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60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8779-1C0B-4236-9E8F-64E5F70B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F495-F19D-437B-9B7B-D41946022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46872-2B4F-4B40-AC9C-0D9AAC969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7D201-29A8-4649-B1E2-693E6294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29E13-244F-4A36-9073-9B794D8F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6CD73-1ED8-4534-9C1F-771EC9AB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46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0ECE-7080-47B3-B8CC-17409B14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D5CD3-7219-4C2A-9C0C-3FA0A3194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7B8FC-A987-4C5C-97DC-BF49BB1FB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B6DA9-082E-4D21-B6E9-A1ED4FC6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4BFB5-FCC0-4C13-B605-44FA7019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1C9B9-2674-4025-BDB1-44E4AEE7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01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BBB6-D351-4469-A0C2-B6B3CC49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15163-2DBA-4263-B10D-235C649A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7C317-CCBF-46A1-83D2-BC5D7A71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D5F9-B76F-4A2F-BFF2-3C8C5CC1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E4BB7-7E2B-4250-8800-BD283F8D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21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45C504-7E8F-4A2E-96D8-DBF9D85DB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C2D1C-1D74-4820-ACD5-F97E29ABF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B4C28-38BB-46EE-A478-446496F4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C48D-1A8A-430E-92BC-2C9CA113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B45CE-CA39-4D65-8243-2FE253B5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8B04A-EF1C-4A3A-AAC4-634F04964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A2BF5-3C2B-4761-A351-9B6628584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D7DB9-B862-488D-87AA-FE6658828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CAE17-F246-4271-B89E-A3E31D05B46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6F085-4852-41C1-BC71-8F0626A9B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4914C-5722-4055-A2BF-3E346E258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30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72FC-17DB-41ED-A4CD-B022D7862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React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93DD1-E362-4496-B508-05A1673C87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459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A1EFC-8698-434D-B741-DD3E1EC4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271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dirty="0"/>
              <a:t>What is React?</a:t>
            </a:r>
          </a:p>
        </p:txBody>
      </p:sp>
      <p:pic>
        <p:nvPicPr>
          <p:cNvPr id="7" name="Content Placeholder 6" descr="A screen shot of a logo&#10;&#10;Description automatically generated">
            <a:extLst>
              <a:ext uri="{FF2B5EF4-FFF2-40B4-BE49-F238E27FC236}">
                <a16:creationId xmlns:a16="http://schemas.microsoft.com/office/drawing/2014/main" id="{5DA49BDD-B816-13FB-B92D-5737CD9B1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588" y="1734631"/>
            <a:ext cx="7328917" cy="4286724"/>
          </a:xfrm>
        </p:spPr>
      </p:pic>
    </p:spTree>
    <p:extLst>
      <p:ext uri="{BB962C8B-B14F-4D97-AF65-F5344CB8AC3E}">
        <p14:creationId xmlns:p14="http://schemas.microsoft.com/office/powerpoint/2010/main" val="17914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77FF-0DF9-4252-9672-D1C28019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6E3EA-9F5F-4675-AFD4-127299CDE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Created by a software engineer at Facebook </a:t>
            </a:r>
          </a:p>
          <a:p>
            <a:endParaRPr lang="en-GB" dirty="0"/>
          </a:p>
          <a:p>
            <a:r>
              <a:rPr lang="en-GB" dirty="0"/>
              <a:t>Later used on Instagram</a:t>
            </a:r>
          </a:p>
          <a:p>
            <a:endParaRPr lang="en-GB" dirty="0"/>
          </a:p>
          <a:p>
            <a:r>
              <a:rPr lang="en-GB" dirty="0"/>
              <a:t>Open-sourced in 2013</a:t>
            </a:r>
          </a:p>
        </p:txBody>
      </p:sp>
      <p:pic>
        <p:nvPicPr>
          <p:cNvPr id="2050" name="Picture 2" descr="Image result for facebook logo">
            <a:extLst>
              <a:ext uri="{FF2B5EF4-FFF2-40B4-BE49-F238E27FC236}">
                <a16:creationId xmlns:a16="http://schemas.microsoft.com/office/drawing/2014/main" id="{8A0F307A-527D-42E4-9F49-61F9FCA5C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477" y="1276569"/>
            <a:ext cx="2152431" cy="2152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instagram logo">
            <a:extLst>
              <a:ext uri="{FF2B5EF4-FFF2-40B4-BE49-F238E27FC236}">
                <a16:creationId xmlns:a16="http://schemas.microsoft.com/office/drawing/2014/main" id="{22594EEB-C0F8-473B-BB0C-CDDE65579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86" y="3791243"/>
            <a:ext cx="2454812" cy="245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8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CDC3-7ACA-49B0-BDD6-063A4C7B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React is a JavaScript library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3BC51-3F2B-4736-ACF0-4806EB0FC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React uses JavaScript</a:t>
            </a:r>
          </a:p>
          <a:p>
            <a:endParaRPr lang="en-GB"/>
          </a:p>
          <a:p>
            <a:r>
              <a:rPr lang="en-GB"/>
              <a:t>Code is executed in the user’s own browser</a:t>
            </a:r>
          </a:p>
          <a:p>
            <a:endParaRPr lang="en-GB"/>
          </a:p>
          <a:p>
            <a:r>
              <a:rPr lang="en-GB"/>
              <a:t>Fast, modern web apps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45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2C81-0545-4C69-90B2-C3526C60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81A4-78B6-4950-AC6D-C690D999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Challenged established best practice</a:t>
            </a:r>
          </a:p>
          <a:p>
            <a:pPr lvl="1"/>
            <a:r>
              <a:rPr lang="en-GB" dirty="0"/>
              <a:t>MVC (Model View Controller)</a:t>
            </a:r>
          </a:p>
          <a:p>
            <a:pPr lvl="1"/>
            <a:r>
              <a:rPr lang="en-GB" dirty="0"/>
              <a:t>Templating</a:t>
            </a:r>
          </a:p>
          <a:p>
            <a:pPr lvl="1"/>
            <a:endParaRPr lang="en-GB" dirty="0"/>
          </a:p>
          <a:p>
            <a:r>
              <a:rPr lang="en-GB" dirty="0"/>
              <a:t>React only concerned with ‘V’ (the View)</a:t>
            </a:r>
          </a:p>
          <a:p>
            <a:endParaRPr lang="en-GB" dirty="0"/>
          </a:p>
          <a:p>
            <a:r>
              <a:rPr lang="en-GB" dirty="0"/>
              <a:t>Focused on the visual components of a UI</a:t>
            </a:r>
          </a:p>
        </p:txBody>
      </p:sp>
    </p:spTree>
    <p:extLst>
      <p:ext uri="{BB962C8B-B14F-4D97-AF65-F5344CB8AC3E}">
        <p14:creationId xmlns:p14="http://schemas.microsoft.com/office/powerpoint/2010/main" val="111380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52D2-2C44-44B5-9D30-278B19AA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Page Applications (SPAs)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081A-5915-4C98-9F16-D2D249D7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React allows us to create a single-page application</a:t>
            </a:r>
          </a:p>
          <a:p>
            <a:endParaRPr lang="en-GB" dirty="0"/>
          </a:p>
          <a:p>
            <a:r>
              <a:rPr lang="en-GB" dirty="0"/>
              <a:t>Page is rendered once and the remainder of the user’s interactions are executed in the browser</a:t>
            </a:r>
          </a:p>
          <a:p>
            <a:endParaRPr lang="en-GB" dirty="0"/>
          </a:p>
          <a:p>
            <a:r>
              <a:rPr lang="en-GB" dirty="0"/>
              <a:t>React components can also be used in multi-page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7686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32E7-8FDA-4B85-B1AD-575893DF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FDF4B-C42E-4BAC-9707-B36BEBF0D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Looks like a mixture of JavaScript and HTML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Is actually “JSX” code (JavaScript XML)</a:t>
            </a:r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00717D0F-8ACE-62B5-D3B8-B91F7635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724" y="2334636"/>
            <a:ext cx="6592551" cy="289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6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30CA-4DE6-4E25-9DA5-F9B1CCA5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7638B-3BAA-4E48-9066-FA42238A3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5356" cy="4351338"/>
          </a:xfrm>
        </p:spPr>
        <p:txBody>
          <a:bodyPr/>
          <a:lstStyle/>
          <a:p>
            <a:r>
              <a:rPr lang="en-GB" dirty="0"/>
              <a:t>JSX stands for JavaScript XML</a:t>
            </a:r>
          </a:p>
          <a:p>
            <a:endParaRPr lang="en-GB" dirty="0"/>
          </a:p>
          <a:p>
            <a:r>
              <a:rPr lang="en-GB" dirty="0"/>
              <a:t>JSX allows us to write HTML-like code inside React components</a:t>
            </a:r>
          </a:p>
          <a:p>
            <a:endParaRPr lang="en-GB" dirty="0"/>
          </a:p>
          <a:p>
            <a:r>
              <a:rPr lang="en-GB" dirty="0"/>
              <a:t>Needs to be converted to standard JavaScript in order to be rendered by a web browser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098" name="Picture 2" descr="Image result for jsx logo">
            <a:extLst>
              <a:ext uri="{FF2B5EF4-FFF2-40B4-BE49-F238E27FC236}">
                <a16:creationId xmlns:a16="http://schemas.microsoft.com/office/drawing/2014/main" id="{1AD1A0D0-345D-4B26-A2BD-0AAB0D423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729" y="1690688"/>
            <a:ext cx="4234375" cy="42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224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8F8A-59A2-4D6A-A99F-9A81D652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2CE0-69F1-4275-B482-5F8F4BE23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Node.js</a:t>
            </a:r>
          </a:p>
          <a:p>
            <a:r>
              <a:rPr lang="en-GB" dirty="0" err="1"/>
              <a:t>npm</a:t>
            </a:r>
            <a:r>
              <a:rPr lang="en-GB" dirty="0"/>
              <a:t> (node package manager)</a:t>
            </a:r>
          </a:p>
          <a:p>
            <a:r>
              <a:rPr lang="en-GB" dirty="0"/>
              <a:t>Git / GitHub</a:t>
            </a:r>
          </a:p>
          <a:p>
            <a:r>
              <a:rPr lang="en-GB" dirty="0"/>
              <a:t>Visual Studio Code</a:t>
            </a:r>
          </a:p>
          <a:p>
            <a:r>
              <a:rPr lang="en-GB" dirty="0"/>
              <a:t>Chrome</a:t>
            </a:r>
          </a:p>
          <a:p>
            <a:r>
              <a:rPr lang="en-GB" dirty="0"/>
              <a:t>Vite</a:t>
            </a:r>
          </a:p>
        </p:txBody>
      </p:sp>
    </p:spTree>
    <p:extLst>
      <p:ext uri="{BB962C8B-B14F-4D97-AF65-F5344CB8AC3E}">
        <p14:creationId xmlns:p14="http://schemas.microsoft.com/office/powerpoint/2010/main" val="337684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441DB-AA72-407B-BFC4-14223FB7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53F4-5174-438E-B95F-CDCD154A5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Vite is a build tool that creates starter apps for front-end frameworks such as React, Vue, Svelte, and others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614D1F9-5F64-BF42-56C1-149FACF1D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008" y="2857704"/>
            <a:ext cx="6357984" cy="34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4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6A5F1D3-759F-59C2-BC00-30289D44A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13"/>
          <a:stretch/>
        </p:blipFill>
        <p:spPr>
          <a:xfrm>
            <a:off x="6479441" y="3406391"/>
            <a:ext cx="5391025" cy="3052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A332E7-8FDA-4B85-B1AD-575893DF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app folder structure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116E0B05-ED60-7728-6D6A-76F437275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" y="2007274"/>
            <a:ext cx="4911118" cy="4020301"/>
          </a:xfr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F8FDDD-7A52-493B-ABA0-00D74D0F86BB}"/>
              </a:ext>
            </a:extLst>
          </p:cNvPr>
          <p:cNvCxnSpPr>
            <a:cxnSpLocks/>
          </p:cNvCxnSpPr>
          <p:nvPr/>
        </p:nvCxnSpPr>
        <p:spPr>
          <a:xfrm>
            <a:off x="2694609" y="4261083"/>
            <a:ext cx="4241146" cy="671701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4627CF82-AA58-BBDF-281A-AEBDC2C01C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602" y="692813"/>
            <a:ext cx="4347864" cy="225565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9AF6FC-61F4-4F7C-A358-6385A384CD1C}"/>
              </a:ext>
            </a:extLst>
          </p:cNvPr>
          <p:cNvCxnSpPr>
            <a:cxnSpLocks/>
          </p:cNvCxnSpPr>
          <p:nvPr/>
        </p:nvCxnSpPr>
        <p:spPr>
          <a:xfrm flipV="1">
            <a:off x="2261357" y="2065176"/>
            <a:ext cx="5352423" cy="111680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48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DB52-06F8-D8D8-18E7-5B700ABF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90C1-1665-8B5F-388C-46F41E0F6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we create a React app with Vite, it installs and configures all the packages needed to:</a:t>
            </a:r>
          </a:p>
          <a:p>
            <a:endParaRPr lang="en-GB" dirty="0"/>
          </a:p>
          <a:p>
            <a:pPr lvl="1"/>
            <a:r>
              <a:rPr lang="en-GB" dirty="0"/>
              <a:t>Use the React library</a:t>
            </a:r>
          </a:p>
          <a:p>
            <a:pPr lvl="1"/>
            <a:r>
              <a:rPr lang="en-GB" dirty="0"/>
              <a:t>Use the react-</a:t>
            </a:r>
            <a:r>
              <a:rPr lang="en-GB" dirty="0" err="1"/>
              <a:t>dom</a:t>
            </a:r>
            <a:r>
              <a:rPr lang="en-GB" dirty="0"/>
              <a:t> library (for interactions with the browser DOM)</a:t>
            </a:r>
          </a:p>
          <a:p>
            <a:pPr lvl="1"/>
            <a:r>
              <a:rPr lang="en-GB" dirty="0" err="1"/>
              <a:t>Transpile</a:t>
            </a:r>
            <a:r>
              <a:rPr lang="en-GB" dirty="0"/>
              <a:t> JSX code so that it can be interpreted by any browser</a:t>
            </a:r>
          </a:p>
          <a:p>
            <a:pPr lvl="1"/>
            <a:r>
              <a:rPr lang="en-GB" dirty="0"/>
              <a:t>Restart the development server each time you make changes to the code</a:t>
            </a:r>
          </a:p>
          <a:p>
            <a:pPr lvl="1"/>
            <a:r>
              <a:rPr lang="en-GB" dirty="0"/>
              <a:t>And </a:t>
            </a:r>
            <a:r>
              <a:rPr lang="en-GB"/>
              <a:t>lots more!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5616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37046c94-1419-4d47-bb8d-a22f625ee52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307</Words>
  <Application>Microsoft Office PowerPoint</Application>
  <PresentationFormat>Widescreen</PresentationFormat>
  <Paragraphs>67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React Introduction</vt:lpstr>
      <vt:lpstr>What is React?</vt:lpstr>
      <vt:lpstr>React History</vt:lpstr>
      <vt:lpstr>React is a JavaScript library</vt:lpstr>
      <vt:lpstr>React History</vt:lpstr>
      <vt:lpstr>Single Page Applications (SPAs)</vt:lpstr>
      <vt:lpstr>React code</vt:lpstr>
      <vt:lpstr>JSX</vt:lpstr>
      <vt:lpstr>Development environment</vt:lpstr>
      <vt:lpstr>Vite</vt:lpstr>
      <vt:lpstr>Test app folder structure</vt:lpstr>
      <vt:lpstr>Vite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introduction</dc:title>
  <dc:creator>Rosanne Birney</dc:creator>
  <cp:lastModifiedBy>Rosanne Birney</cp:lastModifiedBy>
  <cp:revision>39</cp:revision>
  <dcterms:created xsi:type="dcterms:W3CDTF">2021-02-09T04:31:55Z</dcterms:created>
  <dcterms:modified xsi:type="dcterms:W3CDTF">2025-09-10T10:34:53Z</dcterms:modified>
</cp:coreProperties>
</file>